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Helvetica Neue"/>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OrO0yMBd3nKB3GdZTf6aBumfN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HelveticaNeue-regular.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HelveticaNeue-italic.fntdata"/><Relationship Id="rId14" Type="http://schemas.openxmlformats.org/officeDocument/2006/relationships/font" Target="fonts/HelveticaNeue-bold.fntdata"/><Relationship Id="rId17" Type="http://customschemas.google.com/relationships/presentationmetadata" Target="metadata"/><Relationship Id="rId16" Type="http://schemas.openxmlformats.org/officeDocument/2006/relationships/font" Target="fonts/HelveticaNe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450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2pPr>
            <a:lvl3pPr lvl="2"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3pPr>
            <a:lvl4pPr lvl="3"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4pPr>
            <a:lvl5pPr lvl="4"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5pPr>
            <a:lvl6pPr lvl="5"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6pPr>
            <a:lvl7pPr lvl="6"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7pPr>
            <a:lvl8pPr lvl="7"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8pPr>
            <a:lvl9pPr lvl="8"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90000"/>
              </a:lnSpc>
              <a:spcBef>
                <a:spcPts val="450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2pPr>
            <a:lvl3pPr lvl="2"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3pPr>
            <a:lvl4pPr lvl="3"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4pPr>
            <a:lvl5pPr lvl="4"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5pPr>
            <a:lvl6pPr lvl="5"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6pPr>
            <a:lvl7pPr lvl="6"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7pPr>
            <a:lvl8pPr lvl="7"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8pPr>
            <a:lvl9pPr lvl="8"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450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2pPr>
            <a:lvl3pPr lvl="2"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3pPr>
            <a:lvl4pPr lvl="3"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4pPr>
            <a:lvl5pPr lvl="4"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5pPr>
            <a:lvl6pPr lvl="5"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6pPr>
            <a:lvl7pPr lvl="6"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7pPr>
            <a:lvl8pPr lvl="7"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8pPr>
            <a:lvl9pPr lvl="8" marR="0" rtl="0" algn="l">
              <a:lnSpc>
                <a:spcPct val="90000"/>
              </a:lnSpc>
              <a:spcBef>
                <a:spcPts val="4500"/>
              </a:spcBef>
              <a:spcAft>
                <a:spcPts val="0"/>
              </a:spcAft>
              <a:buClr>
                <a:srgbClr val="000000"/>
              </a:buClr>
              <a:buSzPts val="4800"/>
              <a:buFont typeface="Calibri"/>
              <a:buNone/>
              <a:defRPr b="0" i="0" sz="4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9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Clr>
                <a:srgbClr val="000000"/>
              </a:buClr>
              <a:buSzPts val="1200"/>
              <a:buFont typeface="Calibri"/>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0"/>
          <p:cNvSpPr txBox="1"/>
          <p:nvPr>
            <p:ph type="ctrTitle"/>
          </p:nvPr>
        </p:nvSpPr>
        <p:spPr>
          <a:xfrm>
            <a:off x="1524000" y="1122363"/>
            <a:ext cx="9144000" cy="2387600"/>
          </a:xfrm>
          <a:prstGeom prst="rect">
            <a:avLst/>
          </a:prstGeom>
          <a:noFill/>
          <a:ln>
            <a:noFill/>
          </a:ln>
        </p:spPr>
        <p:txBody>
          <a:bodyPr anchorCtr="0" anchor="b" bIns="50800" lIns="50800" spcFirstLastPara="1" rIns="50800" wrap="square" tIns="50800">
            <a:normAutofit/>
          </a:bodyPr>
          <a:lstStyle>
            <a:lvl1pPr lvl="0" algn="ctr">
              <a:lnSpc>
                <a:spcPct val="80000"/>
              </a:lnSpc>
              <a:spcBef>
                <a:spcPts val="0"/>
              </a:spcBef>
              <a:spcAft>
                <a:spcPts val="0"/>
              </a:spcAft>
              <a:buClr>
                <a:srgbClr val="000000"/>
              </a:buClr>
              <a:buSzPts val="6000"/>
              <a:buFont typeface="Helvetica Neue"/>
              <a:buNone/>
              <a:defRPr sz="60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15" name="Google Shape;15;p10"/>
          <p:cNvSpPr txBox="1"/>
          <p:nvPr>
            <p:ph idx="1" type="subTitle"/>
          </p:nvPr>
        </p:nvSpPr>
        <p:spPr>
          <a:xfrm>
            <a:off x="1524000" y="3602038"/>
            <a:ext cx="9144000" cy="1655762"/>
          </a:xfrm>
          <a:prstGeom prst="rect">
            <a:avLst/>
          </a:prstGeom>
          <a:noFill/>
          <a:ln>
            <a:noFill/>
          </a:ln>
        </p:spPr>
        <p:txBody>
          <a:bodyPr anchorCtr="0" anchor="t" bIns="50800" lIns="50800" spcFirstLastPara="1" rIns="50800" wrap="square" tIns="50800">
            <a:normAutofit/>
          </a:bodyPr>
          <a:lstStyle>
            <a:lvl1pPr lvl="0" algn="ctr">
              <a:lnSpc>
                <a:spcPct val="90000"/>
              </a:lnSpc>
              <a:spcBef>
                <a:spcPts val="2250"/>
              </a:spcBef>
              <a:spcAft>
                <a:spcPts val="0"/>
              </a:spcAft>
              <a:buClr>
                <a:srgbClr val="000000"/>
              </a:buClr>
              <a:buSzPts val="2952"/>
              <a:buFont typeface="Helvetica Neue"/>
              <a:buNone/>
              <a:defRPr sz="2400"/>
            </a:lvl1pPr>
            <a:lvl2pPr lvl="1" algn="ctr">
              <a:lnSpc>
                <a:spcPct val="90000"/>
              </a:lnSpc>
              <a:spcBef>
                <a:spcPts val="2250"/>
              </a:spcBef>
              <a:spcAft>
                <a:spcPts val="0"/>
              </a:spcAft>
              <a:buClr>
                <a:srgbClr val="000000"/>
              </a:buClr>
              <a:buSzPts val="2460"/>
              <a:buFont typeface="Helvetica Neue"/>
              <a:buNone/>
              <a:defRPr sz="2000"/>
            </a:lvl2pPr>
            <a:lvl3pPr lvl="2" algn="ctr">
              <a:lnSpc>
                <a:spcPct val="90000"/>
              </a:lnSpc>
              <a:spcBef>
                <a:spcPts val="2250"/>
              </a:spcBef>
              <a:spcAft>
                <a:spcPts val="0"/>
              </a:spcAft>
              <a:buClr>
                <a:srgbClr val="000000"/>
              </a:buClr>
              <a:buSzPts val="2214"/>
              <a:buFont typeface="Helvetica Neue"/>
              <a:buNone/>
              <a:defRPr sz="1800"/>
            </a:lvl3pPr>
            <a:lvl4pPr lvl="3" algn="ctr">
              <a:lnSpc>
                <a:spcPct val="90000"/>
              </a:lnSpc>
              <a:spcBef>
                <a:spcPts val="2250"/>
              </a:spcBef>
              <a:spcAft>
                <a:spcPts val="0"/>
              </a:spcAft>
              <a:buClr>
                <a:srgbClr val="000000"/>
              </a:buClr>
              <a:buSzPts val="1968"/>
              <a:buFont typeface="Helvetica Neue"/>
              <a:buNone/>
              <a:defRPr sz="1600"/>
            </a:lvl4pPr>
            <a:lvl5pPr lvl="4" algn="ctr">
              <a:lnSpc>
                <a:spcPct val="90000"/>
              </a:lnSpc>
              <a:spcBef>
                <a:spcPts val="2250"/>
              </a:spcBef>
              <a:spcAft>
                <a:spcPts val="0"/>
              </a:spcAft>
              <a:buClr>
                <a:srgbClr val="000000"/>
              </a:buClr>
              <a:buSzPts val="1968"/>
              <a:buFont typeface="Helvetica Neue"/>
              <a:buNone/>
              <a:defRPr sz="1600"/>
            </a:lvl5pPr>
            <a:lvl6pPr lvl="5" algn="ctr">
              <a:lnSpc>
                <a:spcPct val="90000"/>
              </a:lnSpc>
              <a:spcBef>
                <a:spcPts val="2250"/>
              </a:spcBef>
              <a:spcAft>
                <a:spcPts val="0"/>
              </a:spcAft>
              <a:buClr>
                <a:srgbClr val="000000"/>
              </a:buClr>
              <a:buSzPts val="1968"/>
              <a:buFont typeface="Helvetica Neue"/>
              <a:buNone/>
              <a:defRPr sz="1600"/>
            </a:lvl6pPr>
            <a:lvl7pPr lvl="6" algn="ctr">
              <a:lnSpc>
                <a:spcPct val="90000"/>
              </a:lnSpc>
              <a:spcBef>
                <a:spcPts val="2250"/>
              </a:spcBef>
              <a:spcAft>
                <a:spcPts val="0"/>
              </a:spcAft>
              <a:buClr>
                <a:srgbClr val="000000"/>
              </a:buClr>
              <a:buSzPts val="1968"/>
              <a:buFont typeface="Helvetica Neue"/>
              <a:buNone/>
              <a:defRPr sz="1600"/>
            </a:lvl7pPr>
            <a:lvl8pPr lvl="7" algn="ctr">
              <a:lnSpc>
                <a:spcPct val="90000"/>
              </a:lnSpc>
              <a:spcBef>
                <a:spcPts val="2250"/>
              </a:spcBef>
              <a:spcAft>
                <a:spcPts val="0"/>
              </a:spcAft>
              <a:buClr>
                <a:srgbClr val="000000"/>
              </a:buClr>
              <a:buSzPts val="1968"/>
              <a:buFont typeface="Helvetica Neue"/>
              <a:buNone/>
              <a:defRPr sz="1600"/>
            </a:lvl8pPr>
            <a:lvl9pPr lvl="8" algn="ctr">
              <a:lnSpc>
                <a:spcPct val="90000"/>
              </a:lnSpc>
              <a:spcBef>
                <a:spcPts val="2250"/>
              </a:spcBef>
              <a:spcAft>
                <a:spcPts val="0"/>
              </a:spcAft>
              <a:buClr>
                <a:srgbClr val="000000"/>
              </a:buClr>
              <a:buSzPts val="1968"/>
              <a:buFont typeface="Helvetica Neue"/>
              <a:buNone/>
              <a:defRPr sz="1600"/>
            </a:lvl9pPr>
          </a:lstStyle>
          <a:p/>
        </p:txBody>
      </p:sp>
      <p:sp>
        <p:nvSpPr>
          <p:cNvPr id="16" name="Google Shape;16;p1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1pPr>
            <a:lvl2pPr lvl="1"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2pPr>
            <a:lvl3pPr lvl="2"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3pPr>
            <a:lvl4pPr lvl="3"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4pPr>
            <a:lvl5pPr lvl="4"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5pPr>
            <a:lvl6pPr lvl="5"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6pPr>
            <a:lvl7pPr lvl="6"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7pPr>
            <a:lvl8pPr lvl="7"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8pPr>
            <a:lvl9pPr lvl="8"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9pPr>
          </a:lstStyle>
          <a:p/>
        </p:txBody>
      </p:sp>
      <p:sp>
        <p:nvSpPr>
          <p:cNvPr id="17" name="Google Shape;17;p1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1pPr>
            <a:lvl2pPr lvl="1"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2pPr>
            <a:lvl3pPr lvl="2"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3pPr>
            <a:lvl4pPr lvl="3"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4pPr>
            <a:lvl5pPr lvl="4"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5pPr>
            <a:lvl6pPr lvl="5"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6pPr>
            <a:lvl7pPr lvl="6"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7pPr>
            <a:lvl8pPr lvl="7"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8pPr>
            <a:lvl9pPr lvl="8" marR="0" rtl="0" algn="l">
              <a:lnSpc>
                <a:spcPct val="90000"/>
              </a:lnSpc>
              <a:spcBef>
                <a:spcPts val="4500"/>
              </a:spcBef>
              <a:spcAft>
                <a:spcPts val="0"/>
              </a:spcAft>
              <a:buClr>
                <a:srgbClr val="000000"/>
              </a:buClr>
              <a:buSzPts val="4800"/>
              <a:buFont typeface="Helvetica Neue"/>
              <a:buNone/>
              <a:defRPr b="0" i="0" sz="4800" u="none" cap="none" strike="noStrike">
                <a:solidFill>
                  <a:srgbClr val="000000"/>
                </a:solidFill>
                <a:latin typeface="Helvetica Neue"/>
                <a:ea typeface="Helvetica Neue"/>
                <a:cs typeface="Helvetica Neue"/>
                <a:sym typeface="Helvetica Neue"/>
              </a:defRPr>
            </a:lvl9pPr>
          </a:lstStyle>
          <a:p/>
        </p:txBody>
      </p:sp>
      <p:sp>
        <p:nvSpPr>
          <p:cNvPr id="18" name="Google Shape;18;p10"/>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9" name="Shape 19"/>
        <p:cNvGrpSpPr/>
        <p:nvPr/>
      </p:nvGrpSpPr>
      <p:grpSpPr>
        <a:xfrm>
          <a:off x="0" y="0"/>
          <a:ext cx="0" cy="0"/>
          <a:chOff x="0" y="0"/>
          <a:chExt cx="0" cy="0"/>
        </a:xfrm>
      </p:grpSpPr>
      <p:sp>
        <p:nvSpPr>
          <p:cNvPr id="20" name="Google Shape;20;p11"/>
          <p:cNvSpPr txBox="1"/>
          <p:nvPr>
            <p:ph idx="1" type="body"/>
          </p:nvPr>
        </p:nvSpPr>
        <p:spPr>
          <a:xfrm>
            <a:off x="600670" y="5929931"/>
            <a:ext cx="10985502" cy="3184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1800"/>
              <a:buFont typeface="Helvetica Neue"/>
              <a:buNone/>
              <a:defRPr b="1" sz="180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21" name="Google Shape;21;p11"/>
          <p:cNvSpPr txBox="1"/>
          <p:nvPr>
            <p:ph type="title"/>
          </p:nvPr>
        </p:nvSpPr>
        <p:spPr>
          <a:xfrm>
            <a:off x="603248" y="1287496"/>
            <a:ext cx="10985502" cy="2324101"/>
          </a:xfrm>
          <a:prstGeom prst="rect">
            <a:avLst/>
          </a:prstGeom>
          <a:noFill/>
          <a:ln>
            <a:noFill/>
          </a:ln>
        </p:spPr>
        <p:txBody>
          <a:bodyPr anchorCtr="0" anchor="b" bIns="50800" lIns="50800" spcFirstLastPara="1" rIns="50800" wrap="square" tIns="50800">
            <a:normAutofit/>
          </a:bodyPr>
          <a:lstStyle>
            <a:lvl1pPr lvl="0" algn="l">
              <a:lnSpc>
                <a:spcPct val="80000"/>
              </a:lnSpc>
              <a:spcBef>
                <a:spcPts val="0"/>
              </a:spcBef>
              <a:spcAft>
                <a:spcPts val="0"/>
              </a:spcAft>
              <a:buClr>
                <a:srgbClr val="000000"/>
              </a:buClr>
              <a:buSzPts val="5800"/>
              <a:buFont typeface="Helvetica Neue"/>
              <a:buNone/>
              <a:defRPr sz="58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2" name="Google Shape;22;p11"/>
          <p:cNvSpPr txBox="1"/>
          <p:nvPr>
            <p:ph idx="2" type="body"/>
          </p:nvPr>
        </p:nvSpPr>
        <p:spPr>
          <a:xfrm>
            <a:off x="600671" y="3611595"/>
            <a:ext cx="10985501" cy="952501"/>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0"/>
              </a:spcBef>
              <a:spcAft>
                <a:spcPts val="0"/>
              </a:spcAft>
              <a:buClr>
                <a:srgbClr val="000000"/>
              </a:buClr>
              <a:buSzPts val="2750"/>
              <a:buFont typeface="Helvetica Neue"/>
              <a:buNone/>
              <a:defRPr b="1" sz="2750"/>
            </a:lvl1pPr>
            <a:lvl2pPr indent="-228600" lvl="1" marL="914400" algn="l">
              <a:lnSpc>
                <a:spcPct val="100000"/>
              </a:lnSpc>
              <a:spcBef>
                <a:spcPts val="0"/>
              </a:spcBef>
              <a:spcAft>
                <a:spcPts val="0"/>
              </a:spcAft>
              <a:buClr>
                <a:srgbClr val="000000"/>
              </a:buClr>
              <a:buSzPts val="2750"/>
              <a:buFont typeface="Helvetica Neue"/>
              <a:buNone/>
              <a:defRPr b="1" sz="2750"/>
            </a:lvl2pPr>
            <a:lvl3pPr indent="-228600" lvl="2" marL="1371600" algn="l">
              <a:lnSpc>
                <a:spcPct val="100000"/>
              </a:lnSpc>
              <a:spcBef>
                <a:spcPts val="0"/>
              </a:spcBef>
              <a:spcAft>
                <a:spcPts val="0"/>
              </a:spcAft>
              <a:buClr>
                <a:srgbClr val="000000"/>
              </a:buClr>
              <a:buSzPts val="2750"/>
              <a:buFont typeface="Helvetica Neue"/>
              <a:buNone/>
              <a:defRPr b="1" sz="2750"/>
            </a:lvl3pPr>
            <a:lvl4pPr indent="-228600" lvl="3" marL="1828800" algn="l">
              <a:lnSpc>
                <a:spcPct val="100000"/>
              </a:lnSpc>
              <a:spcBef>
                <a:spcPts val="0"/>
              </a:spcBef>
              <a:spcAft>
                <a:spcPts val="0"/>
              </a:spcAft>
              <a:buClr>
                <a:srgbClr val="000000"/>
              </a:buClr>
              <a:buSzPts val="2750"/>
              <a:buFont typeface="Helvetica Neue"/>
              <a:buNone/>
              <a:defRPr b="1" sz="2750"/>
            </a:lvl4pPr>
            <a:lvl5pPr indent="-228600" lvl="4" marL="2286000" algn="l">
              <a:lnSpc>
                <a:spcPct val="100000"/>
              </a:lnSpc>
              <a:spcBef>
                <a:spcPts val="0"/>
              </a:spcBef>
              <a:spcAft>
                <a:spcPts val="0"/>
              </a:spcAft>
              <a:buClr>
                <a:srgbClr val="000000"/>
              </a:buClr>
              <a:buSzPts val="2750"/>
              <a:buFont typeface="Helvetica Neue"/>
              <a:buNone/>
              <a:defRPr b="1" sz="2750"/>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23" name="Google Shape;23;p11"/>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type="tx">
  <p:cSld name="TITLE_AND_BODY">
    <p:spTree>
      <p:nvGrpSpPr>
        <p:cNvPr id="24" name="Shape 24"/>
        <p:cNvGrpSpPr/>
        <p:nvPr/>
      </p:nvGrpSpPr>
      <p:grpSpPr>
        <a:xfrm>
          <a:off x="0" y="0"/>
          <a:ext cx="0" cy="0"/>
          <a:chOff x="0" y="0"/>
          <a:chExt cx="0" cy="0"/>
        </a:xfrm>
      </p:grpSpPr>
      <p:sp>
        <p:nvSpPr>
          <p:cNvPr id="25" name="Google Shape;25;p12"/>
          <p:cNvSpPr/>
          <p:nvPr>
            <p:ph idx="2" type="pic"/>
          </p:nvPr>
        </p:nvSpPr>
        <p:spPr>
          <a:xfrm>
            <a:off x="-577850" y="-647700"/>
            <a:ext cx="13373100" cy="8009467"/>
          </a:xfrm>
          <a:prstGeom prst="rect">
            <a:avLst/>
          </a:prstGeom>
          <a:noFill/>
          <a:ln>
            <a:noFill/>
          </a:ln>
        </p:spPr>
      </p:sp>
      <p:sp>
        <p:nvSpPr>
          <p:cNvPr id="26" name="Google Shape;26;p12"/>
          <p:cNvSpPr txBox="1"/>
          <p:nvPr>
            <p:ph type="title"/>
          </p:nvPr>
        </p:nvSpPr>
        <p:spPr>
          <a:xfrm>
            <a:off x="603250" y="3562350"/>
            <a:ext cx="10985500" cy="2324100"/>
          </a:xfrm>
          <a:prstGeom prst="rect">
            <a:avLst/>
          </a:prstGeom>
          <a:noFill/>
          <a:ln>
            <a:noFill/>
          </a:ln>
        </p:spPr>
        <p:txBody>
          <a:bodyPr anchorCtr="0" anchor="b" bIns="50800" lIns="50800" spcFirstLastPara="1" rIns="50800" wrap="square" tIns="50800">
            <a:normAutofit/>
          </a:bodyPr>
          <a:lstStyle>
            <a:lvl1pPr lvl="0" algn="l">
              <a:lnSpc>
                <a:spcPct val="80000"/>
              </a:lnSpc>
              <a:spcBef>
                <a:spcPts val="0"/>
              </a:spcBef>
              <a:spcAft>
                <a:spcPts val="0"/>
              </a:spcAft>
              <a:buClr>
                <a:srgbClr val="000000"/>
              </a:buClr>
              <a:buSzPts val="5800"/>
              <a:buFont typeface="Helvetica Neue"/>
              <a:buNone/>
              <a:defRPr sz="58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7" name="Google Shape;27;p12"/>
          <p:cNvSpPr txBox="1"/>
          <p:nvPr>
            <p:ph idx="1" type="body"/>
          </p:nvPr>
        </p:nvSpPr>
        <p:spPr>
          <a:xfrm>
            <a:off x="603845" y="553069"/>
            <a:ext cx="10984311" cy="3184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1800"/>
              <a:buFont typeface="Helvetica Neue"/>
              <a:buNone/>
              <a:defRPr b="1" sz="180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28" name="Google Shape;28;p12"/>
          <p:cNvSpPr txBox="1"/>
          <p:nvPr>
            <p:ph idx="3" type="body"/>
          </p:nvPr>
        </p:nvSpPr>
        <p:spPr>
          <a:xfrm>
            <a:off x="603250" y="5804955"/>
            <a:ext cx="10985500" cy="558476"/>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0"/>
              </a:spcBef>
              <a:spcAft>
                <a:spcPts val="0"/>
              </a:spcAft>
              <a:buClr>
                <a:srgbClr val="000000"/>
              </a:buClr>
              <a:buSzPts val="2750"/>
              <a:buFont typeface="Helvetica Neue"/>
              <a:buNone/>
              <a:defRPr b="1" sz="2750"/>
            </a:lvl1pPr>
            <a:lvl2pPr indent="-228600" lvl="1" marL="914400" algn="l">
              <a:lnSpc>
                <a:spcPct val="100000"/>
              </a:lnSpc>
              <a:spcBef>
                <a:spcPts val="0"/>
              </a:spcBef>
              <a:spcAft>
                <a:spcPts val="0"/>
              </a:spcAft>
              <a:buClr>
                <a:srgbClr val="000000"/>
              </a:buClr>
              <a:buSzPts val="2750"/>
              <a:buFont typeface="Helvetica Neue"/>
              <a:buNone/>
              <a:defRPr b="1" sz="2750"/>
            </a:lvl2pPr>
            <a:lvl3pPr indent="-228600" lvl="2" marL="1371600" algn="l">
              <a:lnSpc>
                <a:spcPct val="100000"/>
              </a:lnSpc>
              <a:spcBef>
                <a:spcPts val="0"/>
              </a:spcBef>
              <a:spcAft>
                <a:spcPts val="0"/>
              </a:spcAft>
              <a:buClr>
                <a:srgbClr val="000000"/>
              </a:buClr>
              <a:buSzPts val="2750"/>
              <a:buFont typeface="Helvetica Neue"/>
              <a:buNone/>
              <a:defRPr b="1" sz="2750"/>
            </a:lvl3pPr>
            <a:lvl4pPr indent="-228600" lvl="3" marL="1828800" algn="l">
              <a:lnSpc>
                <a:spcPct val="100000"/>
              </a:lnSpc>
              <a:spcBef>
                <a:spcPts val="0"/>
              </a:spcBef>
              <a:spcAft>
                <a:spcPts val="0"/>
              </a:spcAft>
              <a:buClr>
                <a:srgbClr val="000000"/>
              </a:buClr>
              <a:buSzPts val="2750"/>
              <a:buFont typeface="Helvetica Neue"/>
              <a:buNone/>
              <a:defRPr b="1" sz="2750"/>
            </a:lvl4pPr>
            <a:lvl5pPr indent="-228600" lvl="4" marL="2286000" algn="l">
              <a:lnSpc>
                <a:spcPct val="100000"/>
              </a:lnSpc>
              <a:spcBef>
                <a:spcPts val="0"/>
              </a:spcBef>
              <a:spcAft>
                <a:spcPts val="0"/>
              </a:spcAft>
              <a:buClr>
                <a:srgbClr val="000000"/>
              </a:buClr>
              <a:buSzPts val="2750"/>
              <a:buFont typeface="Helvetica Neue"/>
              <a:buNone/>
              <a:defRPr b="1" sz="2750"/>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29" name="Google Shape;29;p12"/>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30" name="Shape 30"/>
        <p:cNvGrpSpPr/>
        <p:nvPr/>
      </p:nvGrpSpPr>
      <p:grpSpPr>
        <a:xfrm>
          <a:off x="0" y="0"/>
          <a:ext cx="0" cy="0"/>
          <a:chOff x="0" y="0"/>
          <a:chExt cx="0" cy="0"/>
        </a:xfrm>
      </p:grpSpPr>
      <p:sp>
        <p:nvSpPr>
          <p:cNvPr id="31" name="Google Shape;31;p13"/>
          <p:cNvSpPr txBox="1"/>
          <p:nvPr>
            <p:ph type="title"/>
          </p:nvPr>
        </p:nvSpPr>
        <p:spPr>
          <a:xfrm>
            <a:off x="603250" y="539750"/>
            <a:ext cx="10985500" cy="716582"/>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2" name="Google Shape;32;p13"/>
          <p:cNvSpPr txBox="1"/>
          <p:nvPr>
            <p:ph idx="1" type="body"/>
          </p:nvPr>
        </p:nvSpPr>
        <p:spPr>
          <a:xfrm>
            <a:off x="603250" y="1186481"/>
            <a:ext cx="10985500" cy="4673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2750"/>
              <a:buFont typeface="Helvetica Neue"/>
              <a:buNone/>
              <a:defRPr b="1" sz="275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33" name="Google Shape;33;p13"/>
          <p:cNvSpPr txBox="1"/>
          <p:nvPr>
            <p:ph idx="2" type="body"/>
          </p:nvPr>
        </p:nvSpPr>
        <p:spPr>
          <a:xfrm>
            <a:off x="603250" y="2124252"/>
            <a:ext cx="10985500" cy="4128006"/>
          </a:xfrm>
          <a:prstGeom prst="rect">
            <a:avLst/>
          </a:prstGeom>
          <a:noFill/>
          <a:ln>
            <a:noFill/>
          </a:ln>
        </p:spPr>
        <p:txBody>
          <a:bodyPr anchorCtr="0" anchor="t" bIns="50800" lIns="50800" spcFirstLastPara="1" rIns="50800" wrap="square" tIns="50800">
            <a:normAutofit/>
          </a:bodyPr>
          <a:lstStyle>
            <a:lvl1pPr indent="-369189" lvl="0" marL="457200" algn="l">
              <a:lnSpc>
                <a:spcPct val="90000"/>
              </a:lnSpc>
              <a:spcBef>
                <a:spcPts val="2250"/>
              </a:spcBef>
              <a:spcAft>
                <a:spcPts val="0"/>
              </a:spcAft>
              <a:buClr>
                <a:srgbClr val="000000"/>
              </a:buClr>
              <a:buSzPts val="2214"/>
              <a:buChar char="•"/>
              <a:defRPr/>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34" name="Google Shape;34;p13"/>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35" name="Shape 35"/>
        <p:cNvGrpSpPr/>
        <p:nvPr/>
      </p:nvGrpSpPr>
      <p:grpSpPr>
        <a:xfrm>
          <a:off x="0" y="0"/>
          <a:ext cx="0" cy="0"/>
          <a:chOff x="0" y="0"/>
          <a:chExt cx="0" cy="0"/>
        </a:xfrm>
      </p:grpSpPr>
      <p:sp>
        <p:nvSpPr>
          <p:cNvPr id="36" name="Google Shape;36;p14"/>
          <p:cNvSpPr txBox="1"/>
          <p:nvPr>
            <p:ph idx="1" type="body"/>
          </p:nvPr>
        </p:nvSpPr>
        <p:spPr>
          <a:xfrm>
            <a:off x="603250" y="2124252"/>
            <a:ext cx="10985500" cy="4128006"/>
          </a:xfrm>
          <a:prstGeom prst="rect">
            <a:avLst/>
          </a:prstGeom>
          <a:noFill/>
          <a:ln>
            <a:noFill/>
          </a:ln>
        </p:spPr>
        <p:txBody>
          <a:bodyPr anchorCtr="0" anchor="t" bIns="50800" lIns="50800" spcFirstLastPara="1" rIns="50800" wrap="square" tIns="50800">
            <a:normAutofit/>
          </a:bodyPr>
          <a:lstStyle>
            <a:lvl1pPr indent="-369189" lvl="0" marL="457200" algn="l">
              <a:lnSpc>
                <a:spcPct val="90000"/>
              </a:lnSpc>
              <a:spcBef>
                <a:spcPts val="2250"/>
              </a:spcBef>
              <a:spcAft>
                <a:spcPts val="0"/>
              </a:spcAft>
              <a:buClr>
                <a:srgbClr val="000000"/>
              </a:buClr>
              <a:buSzPts val="2214"/>
              <a:buChar char="•"/>
              <a:defRPr/>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37" name="Google Shape;37;p14"/>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38" name="Shape 38"/>
        <p:cNvGrpSpPr/>
        <p:nvPr/>
      </p:nvGrpSpPr>
      <p:grpSpPr>
        <a:xfrm>
          <a:off x="0" y="0"/>
          <a:ext cx="0" cy="0"/>
          <a:chOff x="0" y="0"/>
          <a:chExt cx="0" cy="0"/>
        </a:xfrm>
      </p:grpSpPr>
      <p:sp>
        <p:nvSpPr>
          <p:cNvPr id="39" name="Google Shape;39;p15"/>
          <p:cNvSpPr txBox="1"/>
          <p:nvPr>
            <p:ph idx="1" type="body"/>
          </p:nvPr>
        </p:nvSpPr>
        <p:spPr>
          <a:xfrm>
            <a:off x="603250" y="1186481"/>
            <a:ext cx="4889500" cy="4673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2750"/>
              <a:buFont typeface="Helvetica Neue"/>
              <a:buNone/>
              <a:defRPr b="1" sz="275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40" name="Google Shape;40;p15"/>
          <p:cNvSpPr txBox="1"/>
          <p:nvPr>
            <p:ph idx="2" type="body"/>
          </p:nvPr>
        </p:nvSpPr>
        <p:spPr>
          <a:xfrm>
            <a:off x="603250" y="2124252"/>
            <a:ext cx="4889500" cy="4128315"/>
          </a:xfrm>
          <a:prstGeom prst="rect">
            <a:avLst/>
          </a:prstGeom>
          <a:noFill/>
          <a:ln>
            <a:noFill/>
          </a:ln>
        </p:spPr>
        <p:txBody>
          <a:bodyPr anchorCtr="0" anchor="t" bIns="50800" lIns="50800" spcFirstLastPara="1" rIns="50800" wrap="square" tIns="50800">
            <a:normAutofit/>
          </a:bodyPr>
          <a:lstStyle>
            <a:lvl1pPr indent="-369189" lvl="0" marL="457200" algn="l">
              <a:lnSpc>
                <a:spcPct val="90000"/>
              </a:lnSpc>
              <a:spcBef>
                <a:spcPts val="2250"/>
              </a:spcBef>
              <a:spcAft>
                <a:spcPts val="0"/>
              </a:spcAft>
              <a:buClr>
                <a:srgbClr val="000000"/>
              </a:buClr>
              <a:buSzPts val="2214"/>
              <a:buChar char="•"/>
              <a:defRPr/>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41" name="Google Shape;41;p15"/>
          <p:cNvSpPr/>
          <p:nvPr>
            <p:ph idx="3" type="pic"/>
          </p:nvPr>
        </p:nvSpPr>
        <p:spPr>
          <a:xfrm>
            <a:off x="6096000" y="-203633"/>
            <a:ext cx="5458437" cy="7277916"/>
          </a:xfrm>
          <a:prstGeom prst="rect">
            <a:avLst/>
          </a:prstGeom>
          <a:noFill/>
          <a:ln>
            <a:noFill/>
          </a:ln>
        </p:spPr>
      </p:sp>
      <p:sp>
        <p:nvSpPr>
          <p:cNvPr id="42" name="Google Shape;42;p15"/>
          <p:cNvSpPr txBox="1"/>
          <p:nvPr>
            <p:ph type="title"/>
          </p:nvPr>
        </p:nvSpPr>
        <p:spPr>
          <a:xfrm>
            <a:off x="603250" y="539750"/>
            <a:ext cx="4889500" cy="71755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43" name="Google Shape;43;p15"/>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44" name="Shape 44"/>
        <p:cNvGrpSpPr/>
        <p:nvPr/>
      </p:nvGrpSpPr>
      <p:grpSpPr>
        <a:xfrm>
          <a:off x="0" y="0"/>
          <a:ext cx="0" cy="0"/>
          <a:chOff x="0" y="0"/>
          <a:chExt cx="0" cy="0"/>
        </a:xfrm>
      </p:grpSpPr>
      <p:sp>
        <p:nvSpPr>
          <p:cNvPr id="45" name="Google Shape;45;p16"/>
          <p:cNvSpPr txBox="1"/>
          <p:nvPr>
            <p:ph type="title"/>
          </p:nvPr>
        </p:nvSpPr>
        <p:spPr>
          <a:xfrm>
            <a:off x="603248" y="2266950"/>
            <a:ext cx="10985502" cy="2324100"/>
          </a:xfrm>
          <a:prstGeom prst="rect">
            <a:avLst/>
          </a:prstGeom>
          <a:noFill/>
          <a:ln>
            <a:noFill/>
          </a:ln>
        </p:spPr>
        <p:txBody>
          <a:bodyPr anchorCtr="0" anchor="ctr" bIns="50800" lIns="50800" spcFirstLastPara="1" rIns="50800" wrap="square" tIns="50800">
            <a:normAutofit/>
          </a:bodyPr>
          <a:lstStyle>
            <a:lvl1pPr lvl="0" algn="l">
              <a:lnSpc>
                <a:spcPct val="80000"/>
              </a:lnSpc>
              <a:spcBef>
                <a:spcPts val="0"/>
              </a:spcBef>
              <a:spcAft>
                <a:spcPts val="0"/>
              </a:spcAft>
              <a:buClr>
                <a:srgbClr val="000000"/>
              </a:buClr>
              <a:buSzPts val="5800"/>
              <a:buFont typeface="Helvetica Neue"/>
              <a:buNone/>
              <a:defRPr b="0" sz="580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46" name="Google Shape;46;p16"/>
          <p:cNvSpPr txBox="1"/>
          <p:nvPr>
            <p:ph idx="12" type="sldNum"/>
          </p:nvPr>
        </p:nvSpPr>
        <p:spPr>
          <a:xfrm>
            <a:off x="5971049" y="6488825"/>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7" name="Shape 47"/>
        <p:cNvGrpSpPr/>
        <p:nvPr/>
      </p:nvGrpSpPr>
      <p:grpSpPr>
        <a:xfrm>
          <a:off x="0" y="0"/>
          <a:ext cx="0" cy="0"/>
          <a:chOff x="0" y="0"/>
          <a:chExt cx="0" cy="0"/>
        </a:xfrm>
      </p:grpSpPr>
      <p:sp>
        <p:nvSpPr>
          <p:cNvPr id="48" name="Google Shape;48;p17"/>
          <p:cNvSpPr txBox="1"/>
          <p:nvPr>
            <p:ph type="title"/>
          </p:nvPr>
        </p:nvSpPr>
        <p:spPr>
          <a:xfrm>
            <a:off x="603250" y="539750"/>
            <a:ext cx="10985500" cy="717475"/>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49" name="Google Shape;49;p17"/>
          <p:cNvSpPr txBox="1"/>
          <p:nvPr>
            <p:ph idx="1" type="body"/>
          </p:nvPr>
        </p:nvSpPr>
        <p:spPr>
          <a:xfrm>
            <a:off x="603250" y="1186481"/>
            <a:ext cx="10985500" cy="4673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2750"/>
              <a:buFont typeface="Helvetica Neue"/>
              <a:buNone/>
              <a:defRPr b="1" sz="275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50" name="Google Shape;50;p17"/>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1" name="Shape 51"/>
        <p:cNvGrpSpPr/>
        <p:nvPr/>
      </p:nvGrpSpPr>
      <p:grpSpPr>
        <a:xfrm>
          <a:off x="0" y="0"/>
          <a:ext cx="0" cy="0"/>
          <a:chOff x="0" y="0"/>
          <a:chExt cx="0" cy="0"/>
        </a:xfrm>
      </p:grpSpPr>
      <p:sp>
        <p:nvSpPr>
          <p:cNvPr id="52" name="Google Shape;52;p18"/>
          <p:cNvSpPr txBox="1"/>
          <p:nvPr>
            <p:ph type="title"/>
          </p:nvPr>
        </p:nvSpPr>
        <p:spPr>
          <a:xfrm>
            <a:off x="603250" y="539750"/>
            <a:ext cx="10985500" cy="71755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53" name="Google Shape;53;p18"/>
          <p:cNvSpPr txBox="1"/>
          <p:nvPr>
            <p:ph idx="1" type="body"/>
          </p:nvPr>
        </p:nvSpPr>
        <p:spPr>
          <a:xfrm>
            <a:off x="603250" y="1186481"/>
            <a:ext cx="10985500" cy="4673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2750"/>
              <a:buFont typeface="Helvetica Neue"/>
              <a:buNone/>
              <a:defRPr b="1" sz="275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54" name="Google Shape;54;p18"/>
          <p:cNvSpPr txBox="1"/>
          <p:nvPr>
            <p:ph idx="2" type="body"/>
          </p:nvPr>
        </p:nvSpPr>
        <p:spPr>
          <a:xfrm>
            <a:off x="603250" y="2124252"/>
            <a:ext cx="10985500" cy="4128006"/>
          </a:xfrm>
          <a:prstGeom prst="rect">
            <a:avLst/>
          </a:prstGeom>
          <a:noFill/>
          <a:ln>
            <a:noFill/>
          </a:ln>
        </p:spPr>
        <p:txBody>
          <a:bodyPr anchorCtr="0" anchor="t" bIns="50800" lIns="50800" spcFirstLastPara="1" rIns="50800" wrap="square" tIns="50800">
            <a:normAutofit/>
          </a:bodyPr>
          <a:lstStyle>
            <a:lvl1pPr indent="-228600" lvl="0" marL="457200" algn="l">
              <a:lnSpc>
                <a:spcPct val="100000"/>
              </a:lnSpc>
              <a:spcBef>
                <a:spcPts val="900"/>
              </a:spcBef>
              <a:spcAft>
                <a:spcPts val="0"/>
              </a:spcAft>
              <a:buClr>
                <a:srgbClr val="000000"/>
              </a:buClr>
              <a:buSzPts val="2750"/>
              <a:buFont typeface="Helvetica Neue"/>
              <a:buNone/>
              <a:defRPr sz="2750"/>
            </a:lvl1pPr>
            <a:lvl2pPr indent="-228600" lvl="1" marL="914400" algn="l">
              <a:lnSpc>
                <a:spcPct val="100000"/>
              </a:lnSpc>
              <a:spcBef>
                <a:spcPts val="900"/>
              </a:spcBef>
              <a:spcAft>
                <a:spcPts val="0"/>
              </a:spcAft>
              <a:buClr>
                <a:srgbClr val="000000"/>
              </a:buClr>
              <a:buSzPts val="2750"/>
              <a:buFont typeface="Helvetica Neue"/>
              <a:buNone/>
              <a:defRPr sz="2750"/>
            </a:lvl2pPr>
            <a:lvl3pPr indent="-228600" lvl="2" marL="1371600" algn="l">
              <a:lnSpc>
                <a:spcPct val="100000"/>
              </a:lnSpc>
              <a:spcBef>
                <a:spcPts val="900"/>
              </a:spcBef>
              <a:spcAft>
                <a:spcPts val="0"/>
              </a:spcAft>
              <a:buClr>
                <a:srgbClr val="000000"/>
              </a:buClr>
              <a:buSzPts val="2750"/>
              <a:buFont typeface="Helvetica Neue"/>
              <a:buNone/>
              <a:defRPr sz="2750"/>
            </a:lvl3pPr>
            <a:lvl4pPr indent="-228600" lvl="3" marL="1828800" algn="l">
              <a:lnSpc>
                <a:spcPct val="100000"/>
              </a:lnSpc>
              <a:spcBef>
                <a:spcPts val="900"/>
              </a:spcBef>
              <a:spcAft>
                <a:spcPts val="0"/>
              </a:spcAft>
              <a:buClr>
                <a:srgbClr val="000000"/>
              </a:buClr>
              <a:buSzPts val="2750"/>
              <a:buFont typeface="Helvetica Neue"/>
              <a:buNone/>
              <a:defRPr sz="2750"/>
            </a:lvl4pPr>
            <a:lvl5pPr indent="-228600" lvl="4" marL="2286000" algn="l">
              <a:lnSpc>
                <a:spcPct val="100000"/>
              </a:lnSpc>
              <a:spcBef>
                <a:spcPts val="900"/>
              </a:spcBef>
              <a:spcAft>
                <a:spcPts val="0"/>
              </a:spcAft>
              <a:buClr>
                <a:srgbClr val="000000"/>
              </a:buClr>
              <a:buSzPts val="2750"/>
              <a:buFont typeface="Helvetica Neue"/>
              <a:buNone/>
              <a:defRPr sz="2750"/>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55" name="Google Shape;55;p18"/>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spTree>
      <p:nvGrpSpPr>
        <p:cNvPr id="56" name="Shape 56"/>
        <p:cNvGrpSpPr/>
        <p:nvPr/>
      </p:nvGrpSpPr>
      <p:grpSpPr>
        <a:xfrm>
          <a:off x="0" y="0"/>
          <a:ext cx="0" cy="0"/>
          <a:chOff x="0" y="0"/>
          <a:chExt cx="0" cy="0"/>
        </a:xfrm>
      </p:grpSpPr>
      <p:sp>
        <p:nvSpPr>
          <p:cNvPr id="57" name="Google Shape;57;p19"/>
          <p:cNvSpPr txBox="1"/>
          <p:nvPr>
            <p:ph idx="1" type="body"/>
          </p:nvPr>
        </p:nvSpPr>
        <p:spPr>
          <a:xfrm>
            <a:off x="603250" y="2460422"/>
            <a:ext cx="10985500" cy="1937157"/>
          </a:xfrm>
          <a:prstGeom prst="rect">
            <a:avLst/>
          </a:prstGeom>
          <a:noFill/>
          <a:ln>
            <a:noFill/>
          </a:ln>
        </p:spPr>
        <p:txBody>
          <a:bodyPr anchorCtr="0" anchor="ctr" bIns="50800" lIns="50800" spcFirstLastPara="1" rIns="50800" wrap="square" tIns="50800">
            <a:normAutofit/>
          </a:bodyPr>
          <a:lstStyle>
            <a:lvl1pPr indent="-228600" lvl="0" marL="457200" algn="ctr">
              <a:lnSpc>
                <a:spcPct val="80000"/>
              </a:lnSpc>
              <a:spcBef>
                <a:spcPts val="0"/>
              </a:spcBef>
              <a:spcAft>
                <a:spcPts val="0"/>
              </a:spcAft>
              <a:buClr>
                <a:srgbClr val="000000"/>
              </a:buClr>
              <a:buSzPts val="5800"/>
              <a:buFont typeface="Helvetica Neue"/>
              <a:buNone/>
              <a:defRPr sz="5800">
                <a:latin typeface="Helvetica Neue"/>
                <a:ea typeface="Helvetica Neue"/>
                <a:cs typeface="Helvetica Neue"/>
                <a:sym typeface="Helvetica Neue"/>
              </a:defRPr>
            </a:lvl1pPr>
            <a:lvl2pPr indent="-228600" lvl="1" marL="914400" algn="ctr">
              <a:lnSpc>
                <a:spcPct val="80000"/>
              </a:lnSpc>
              <a:spcBef>
                <a:spcPts val="0"/>
              </a:spcBef>
              <a:spcAft>
                <a:spcPts val="0"/>
              </a:spcAft>
              <a:buClr>
                <a:srgbClr val="000000"/>
              </a:buClr>
              <a:buSzPts val="5800"/>
              <a:buFont typeface="Helvetica Neue"/>
              <a:buNone/>
              <a:defRPr sz="5800">
                <a:latin typeface="Helvetica Neue"/>
                <a:ea typeface="Helvetica Neue"/>
                <a:cs typeface="Helvetica Neue"/>
                <a:sym typeface="Helvetica Neue"/>
              </a:defRPr>
            </a:lvl2pPr>
            <a:lvl3pPr indent="-228600" lvl="2" marL="1371600" algn="ctr">
              <a:lnSpc>
                <a:spcPct val="80000"/>
              </a:lnSpc>
              <a:spcBef>
                <a:spcPts val="0"/>
              </a:spcBef>
              <a:spcAft>
                <a:spcPts val="0"/>
              </a:spcAft>
              <a:buClr>
                <a:srgbClr val="000000"/>
              </a:buClr>
              <a:buSzPts val="5800"/>
              <a:buFont typeface="Helvetica Neue"/>
              <a:buNone/>
              <a:defRPr sz="5800">
                <a:latin typeface="Helvetica Neue"/>
                <a:ea typeface="Helvetica Neue"/>
                <a:cs typeface="Helvetica Neue"/>
                <a:sym typeface="Helvetica Neue"/>
              </a:defRPr>
            </a:lvl3pPr>
            <a:lvl4pPr indent="-228600" lvl="3" marL="1828800" algn="ctr">
              <a:lnSpc>
                <a:spcPct val="80000"/>
              </a:lnSpc>
              <a:spcBef>
                <a:spcPts val="0"/>
              </a:spcBef>
              <a:spcAft>
                <a:spcPts val="0"/>
              </a:spcAft>
              <a:buClr>
                <a:srgbClr val="000000"/>
              </a:buClr>
              <a:buSzPts val="5800"/>
              <a:buFont typeface="Helvetica Neue"/>
              <a:buNone/>
              <a:defRPr sz="5800">
                <a:latin typeface="Helvetica Neue"/>
                <a:ea typeface="Helvetica Neue"/>
                <a:cs typeface="Helvetica Neue"/>
                <a:sym typeface="Helvetica Neue"/>
              </a:defRPr>
            </a:lvl4pPr>
            <a:lvl5pPr indent="-228600" lvl="4" marL="2286000" algn="ctr">
              <a:lnSpc>
                <a:spcPct val="80000"/>
              </a:lnSpc>
              <a:spcBef>
                <a:spcPts val="0"/>
              </a:spcBef>
              <a:spcAft>
                <a:spcPts val="0"/>
              </a:spcAft>
              <a:buClr>
                <a:srgbClr val="000000"/>
              </a:buClr>
              <a:buSzPts val="5800"/>
              <a:buFont typeface="Helvetica Neue"/>
              <a:buNone/>
              <a:defRPr sz="5800">
                <a:latin typeface="Helvetica Neue"/>
                <a:ea typeface="Helvetica Neue"/>
                <a:cs typeface="Helvetica Neue"/>
                <a:sym typeface="Helvetica Neue"/>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58" name="Google Shape;58;p19"/>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p:cSld name="Big Fact">
    <p:spTree>
      <p:nvGrpSpPr>
        <p:cNvPr id="59" name="Shape 59"/>
        <p:cNvGrpSpPr/>
        <p:nvPr/>
      </p:nvGrpSpPr>
      <p:grpSpPr>
        <a:xfrm>
          <a:off x="0" y="0"/>
          <a:ext cx="0" cy="0"/>
          <a:chOff x="0" y="0"/>
          <a:chExt cx="0" cy="0"/>
        </a:xfrm>
      </p:grpSpPr>
      <p:sp>
        <p:nvSpPr>
          <p:cNvPr id="60" name="Google Shape;60;p20"/>
          <p:cNvSpPr txBox="1"/>
          <p:nvPr>
            <p:ph idx="1" type="body"/>
          </p:nvPr>
        </p:nvSpPr>
        <p:spPr>
          <a:xfrm>
            <a:off x="603250" y="537964"/>
            <a:ext cx="10985500" cy="3620792"/>
          </a:xfrm>
          <a:prstGeom prst="rect">
            <a:avLst/>
          </a:prstGeom>
          <a:noFill/>
          <a:ln>
            <a:noFill/>
          </a:ln>
        </p:spPr>
        <p:txBody>
          <a:bodyPr anchorCtr="0" anchor="b" bIns="50800" lIns="50800" spcFirstLastPara="1" rIns="50800" wrap="square" tIns="50800">
            <a:normAutofit/>
          </a:bodyPr>
          <a:lstStyle>
            <a:lvl1pPr indent="-228600" lvl="0" marL="457200" algn="ctr">
              <a:lnSpc>
                <a:spcPct val="80000"/>
              </a:lnSpc>
              <a:spcBef>
                <a:spcPts val="0"/>
              </a:spcBef>
              <a:spcAft>
                <a:spcPts val="0"/>
              </a:spcAft>
              <a:buClr>
                <a:srgbClr val="000000"/>
              </a:buClr>
              <a:buSzPts val="12500"/>
              <a:buFont typeface="Helvetica Neue"/>
              <a:buNone/>
              <a:defRPr b="1" sz="12500"/>
            </a:lvl1pPr>
            <a:lvl2pPr indent="-228600" lvl="1" marL="914400" algn="ctr">
              <a:lnSpc>
                <a:spcPct val="80000"/>
              </a:lnSpc>
              <a:spcBef>
                <a:spcPts val="0"/>
              </a:spcBef>
              <a:spcAft>
                <a:spcPts val="0"/>
              </a:spcAft>
              <a:buClr>
                <a:srgbClr val="000000"/>
              </a:buClr>
              <a:buSzPts val="12500"/>
              <a:buFont typeface="Helvetica Neue"/>
              <a:buNone/>
              <a:defRPr b="1" sz="12500"/>
            </a:lvl2pPr>
            <a:lvl3pPr indent="-228600" lvl="2" marL="1371600" algn="ctr">
              <a:lnSpc>
                <a:spcPct val="80000"/>
              </a:lnSpc>
              <a:spcBef>
                <a:spcPts val="0"/>
              </a:spcBef>
              <a:spcAft>
                <a:spcPts val="0"/>
              </a:spcAft>
              <a:buClr>
                <a:srgbClr val="000000"/>
              </a:buClr>
              <a:buSzPts val="12500"/>
              <a:buFont typeface="Helvetica Neue"/>
              <a:buNone/>
              <a:defRPr b="1" sz="12500"/>
            </a:lvl3pPr>
            <a:lvl4pPr indent="-228600" lvl="3" marL="1828800" algn="ctr">
              <a:lnSpc>
                <a:spcPct val="80000"/>
              </a:lnSpc>
              <a:spcBef>
                <a:spcPts val="0"/>
              </a:spcBef>
              <a:spcAft>
                <a:spcPts val="0"/>
              </a:spcAft>
              <a:buClr>
                <a:srgbClr val="000000"/>
              </a:buClr>
              <a:buSzPts val="12500"/>
              <a:buFont typeface="Helvetica Neue"/>
              <a:buNone/>
              <a:defRPr b="1" sz="12500"/>
            </a:lvl4pPr>
            <a:lvl5pPr indent="-228600" lvl="4" marL="2286000" algn="ctr">
              <a:lnSpc>
                <a:spcPct val="80000"/>
              </a:lnSpc>
              <a:spcBef>
                <a:spcPts val="0"/>
              </a:spcBef>
              <a:spcAft>
                <a:spcPts val="0"/>
              </a:spcAft>
              <a:buClr>
                <a:srgbClr val="000000"/>
              </a:buClr>
              <a:buSzPts val="12500"/>
              <a:buFont typeface="Helvetica Neue"/>
              <a:buNone/>
              <a:defRPr b="1" sz="12500"/>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61" name="Google Shape;61;p20"/>
          <p:cNvSpPr txBox="1"/>
          <p:nvPr>
            <p:ph idx="2" type="body"/>
          </p:nvPr>
        </p:nvSpPr>
        <p:spPr>
          <a:xfrm>
            <a:off x="603250" y="4131090"/>
            <a:ext cx="10985500" cy="46739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0"/>
              </a:spcBef>
              <a:spcAft>
                <a:spcPts val="0"/>
              </a:spcAft>
              <a:buClr>
                <a:srgbClr val="000000"/>
              </a:buClr>
              <a:buSzPts val="2750"/>
              <a:buFont typeface="Helvetica Neue"/>
              <a:buNone/>
              <a:defRPr b="1" sz="275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62" name="Google Shape;62;p20"/>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63" name="Shape 63"/>
        <p:cNvGrpSpPr/>
        <p:nvPr/>
      </p:nvGrpSpPr>
      <p:grpSpPr>
        <a:xfrm>
          <a:off x="0" y="0"/>
          <a:ext cx="0" cy="0"/>
          <a:chOff x="0" y="0"/>
          <a:chExt cx="0" cy="0"/>
        </a:xfrm>
      </p:grpSpPr>
      <p:sp>
        <p:nvSpPr>
          <p:cNvPr id="64" name="Google Shape;64;p21"/>
          <p:cNvSpPr txBox="1"/>
          <p:nvPr>
            <p:ph idx="1" type="body"/>
          </p:nvPr>
        </p:nvSpPr>
        <p:spPr>
          <a:xfrm>
            <a:off x="1215012" y="5337727"/>
            <a:ext cx="10100026" cy="31849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000000"/>
              </a:buClr>
              <a:buSzPts val="1800"/>
              <a:buFont typeface="Helvetica Neue"/>
              <a:buNone/>
              <a:defRPr b="1" sz="1800"/>
            </a:lvl1pPr>
            <a:lvl2pPr indent="-369189" lvl="1" marL="914400" algn="l">
              <a:lnSpc>
                <a:spcPct val="90000"/>
              </a:lnSpc>
              <a:spcBef>
                <a:spcPts val="2250"/>
              </a:spcBef>
              <a:spcAft>
                <a:spcPts val="0"/>
              </a:spcAft>
              <a:buClr>
                <a:srgbClr val="000000"/>
              </a:buClr>
              <a:buSzPts val="2214"/>
              <a:buChar char="•"/>
              <a:defRPr/>
            </a:lvl2pPr>
            <a:lvl3pPr indent="-369189" lvl="2" marL="1371600" algn="l">
              <a:lnSpc>
                <a:spcPct val="90000"/>
              </a:lnSpc>
              <a:spcBef>
                <a:spcPts val="2250"/>
              </a:spcBef>
              <a:spcAft>
                <a:spcPts val="0"/>
              </a:spcAft>
              <a:buClr>
                <a:srgbClr val="000000"/>
              </a:buClr>
              <a:buSzPts val="2214"/>
              <a:buChar char="•"/>
              <a:defRPr/>
            </a:lvl3pPr>
            <a:lvl4pPr indent="-369189" lvl="3" marL="1828800" algn="l">
              <a:lnSpc>
                <a:spcPct val="90000"/>
              </a:lnSpc>
              <a:spcBef>
                <a:spcPts val="2250"/>
              </a:spcBef>
              <a:spcAft>
                <a:spcPts val="0"/>
              </a:spcAft>
              <a:buClr>
                <a:srgbClr val="000000"/>
              </a:buClr>
              <a:buSzPts val="2214"/>
              <a:buChar char="•"/>
              <a:defRPr/>
            </a:lvl4pPr>
            <a:lvl5pPr indent="-369189" lvl="4" marL="2286000" algn="l">
              <a:lnSpc>
                <a:spcPct val="90000"/>
              </a:lnSpc>
              <a:spcBef>
                <a:spcPts val="2250"/>
              </a:spcBef>
              <a:spcAft>
                <a:spcPts val="0"/>
              </a:spcAft>
              <a:buClr>
                <a:srgbClr val="000000"/>
              </a:buClr>
              <a:buSzPts val="2214"/>
              <a:buChar char="•"/>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65" name="Google Shape;65;p21"/>
          <p:cNvSpPr txBox="1"/>
          <p:nvPr>
            <p:ph idx="2" type="body"/>
          </p:nvPr>
        </p:nvSpPr>
        <p:spPr>
          <a:xfrm>
            <a:off x="876962" y="2469930"/>
            <a:ext cx="10438077" cy="1918140"/>
          </a:xfrm>
          <a:prstGeom prst="rect">
            <a:avLst/>
          </a:prstGeom>
          <a:noFill/>
          <a:ln>
            <a:noFill/>
          </a:ln>
        </p:spPr>
        <p:txBody>
          <a:bodyPr anchorCtr="0" anchor="t" bIns="50800" lIns="50800" spcFirstLastPara="1" rIns="50800" wrap="square" tIns="50800">
            <a:normAutofit/>
          </a:bodyPr>
          <a:lstStyle>
            <a:lvl1pPr indent="-228600" lvl="0" marL="457200" algn="l">
              <a:lnSpc>
                <a:spcPct val="90000"/>
              </a:lnSpc>
              <a:spcBef>
                <a:spcPts val="0"/>
              </a:spcBef>
              <a:spcAft>
                <a:spcPts val="0"/>
              </a:spcAft>
              <a:buClr>
                <a:srgbClr val="000000"/>
              </a:buClr>
              <a:buSzPts val="4250"/>
              <a:buFont typeface="Helvetica Neue"/>
              <a:buNone/>
              <a:defRPr sz="4250">
                <a:latin typeface="Helvetica Neue"/>
                <a:ea typeface="Helvetica Neue"/>
                <a:cs typeface="Helvetica Neue"/>
                <a:sym typeface="Helvetica Neue"/>
              </a:defRPr>
            </a:lvl1pPr>
            <a:lvl2pPr indent="-228600" lvl="1" marL="914400" algn="l">
              <a:lnSpc>
                <a:spcPct val="90000"/>
              </a:lnSpc>
              <a:spcBef>
                <a:spcPts val="0"/>
              </a:spcBef>
              <a:spcAft>
                <a:spcPts val="0"/>
              </a:spcAft>
              <a:buClr>
                <a:srgbClr val="000000"/>
              </a:buClr>
              <a:buSzPts val="4250"/>
              <a:buFont typeface="Helvetica Neue"/>
              <a:buNone/>
              <a:defRPr sz="4250">
                <a:latin typeface="Helvetica Neue"/>
                <a:ea typeface="Helvetica Neue"/>
                <a:cs typeface="Helvetica Neue"/>
                <a:sym typeface="Helvetica Neue"/>
              </a:defRPr>
            </a:lvl2pPr>
            <a:lvl3pPr indent="-228600" lvl="2" marL="1371600" algn="l">
              <a:lnSpc>
                <a:spcPct val="90000"/>
              </a:lnSpc>
              <a:spcBef>
                <a:spcPts val="0"/>
              </a:spcBef>
              <a:spcAft>
                <a:spcPts val="0"/>
              </a:spcAft>
              <a:buClr>
                <a:srgbClr val="000000"/>
              </a:buClr>
              <a:buSzPts val="4250"/>
              <a:buFont typeface="Helvetica Neue"/>
              <a:buNone/>
              <a:defRPr sz="4250">
                <a:latin typeface="Helvetica Neue"/>
                <a:ea typeface="Helvetica Neue"/>
                <a:cs typeface="Helvetica Neue"/>
                <a:sym typeface="Helvetica Neue"/>
              </a:defRPr>
            </a:lvl3pPr>
            <a:lvl4pPr indent="-228600" lvl="3" marL="1828800" algn="l">
              <a:lnSpc>
                <a:spcPct val="90000"/>
              </a:lnSpc>
              <a:spcBef>
                <a:spcPts val="0"/>
              </a:spcBef>
              <a:spcAft>
                <a:spcPts val="0"/>
              </a:spcAft>
              <a:buClr>
                <a:srgbClr val="000000"/>
              </a:buClr>
              <a:buSzPts val="4250"/>
              <a:buFont typeface="Helvetica Neue"/>
              <a:buNone/>
              <a:defRPr sz="4250">
                <a:latin typeface="Helvetica Neue"/>
                <a:ea typeface="Helvetica Neue"/>
                <a:cs typeface="Helvetica Neue"/>
                <a:sym typeface="Helvetica Neue"/>
              </a:defRPr>
            </a:lvl4pPr>
            <a:lvl5pPr indent="-228600" lvl="4" marL="2286000" algn="l">
              <a:lnSpc>
                <a:spcPct val="90000"/>
              </a:lnSpc>
              <a:spcBef>
                <a:spcPts val="0"/>
              </a:spcBef>
              <a:spcAft>
                <a:spcPts val="0"/>
              </a:spcAft>
              <a:buClr>
                <a:srgbClr val="000000"/>
              </a:buClr>
              <a:buSzPts val="4250"/>
              <a:buFont typeface="Helvetica Neue"/>
              <a:buNone/>
              <a:defRPr sz="4250">
                <a:latin typeface="Helvetica Neue"/>
                <a:ea typeface="Helvetica Neue"/>
                <a:cs typeface="Helvetica Neue"/>
                <a:sym typeface="Helvetica Neue"/>
              </a:defRPr>
            </a:lvl5pPr>
            <a:lvl6pPr indent="-369189" lvl="5" marL="2743200" algn="l">
              <a:lnSpc>
                <a:spcPct val="90000"/>
              </a:lnSpc>
              <a:spcBef>
                <a:spcPts val="2250"/>
              </a:spcBef>
              <a:spcAft>
                <a:spcPts val="0"/>
              </a:spcAft>
              <a:buClr>
                <a:srgbClr val="000000"/>
              </a:buClr>
              <a:buSzPts val="2214"/>
              <a:buChar char="•"/>
              <a:defRPr/>
            </a:lvl6pPr>
            <a:lvl7pPr indent="-369189" lvl="6" marL="3200400" algn="l">
              <a:lnSpc>
                <a:spcPct val="90000"/>
              </a:lnSpc>
              <a:spcBef>
                <a:spcPts val="2250"/>
              </a:spcBef>
              <a:spcAft>
                <a:spcPts val="0"/>
              </a:spcAft>
              <a:buClr>
                <a:srgbClr val="000000"/>
              </a:buClr>
              <a:buSzPts val="2214"/>
              <a:buChar char="•"/>
              <a:defRPr/>
            </a:lvl7pPr>
            <a:lvl8pPr indent="-369189" lvl="7" marL="3657600" algn="l">
              <a:lnSpc>
                <a:spcPct val="90000"/>
              </a:lnSpc>
              <a:spcBef>
                <a:spcPts val="2250"/>
              </a:spcBef>
              <a:spcAft>
                <a:spcPts val="0"/>
              </a:spcAft>
              <a:buClr>
                <a:srgbClr val="000000"/>
              </a:buClr>
              <a:buSzPts val="2214"/>
              <a:buChar char="•"/>
              <a:defRPr/>
            </a:lvl8pPr>
            <a:lvl9pPr indent="-369189" lvl="8" marL="4114800" algn="l">
              <a:lnSpc>
                <a:spcPct val="90000"/>
              </a:lnSpc>
              <a:spcBef>
                <a:spcPts val="2250"/>
              </a:spcBef>
              <a:spcAft>
                <a:spcPts val="0"/>
              </a:spcAft>
              <a:buClr>
                <a:srgbClr val="000000"/>
              </a:buClr>
              <a:buSzPts val="2214"/>
              <a:buChar char="•"/>
              <a:defRPr/>
            </a:lvl9pPr>
          </a:lstStyle>
          <a:p/>
        </p:txBody>
      </p:sp>
      <p:sp>
        <p:nvSpPr>
          <p:cNvPr id="66" name="Google Shape;66;p21"/>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67" name="Shape 67"/>
        <p:cNvGrpSpPr/>
        <p:nvPr/>
      </p:nvGrpSpPr>
      <p:grpSpPr>
        <a:xfrm>
          <a:off x="0" y="0"/>
          <a:ext cx="0" cy="0"/>
          <a:chOff x="0" y="0"/>
          <a:chExt cx="0" cy="0"/>
        </a:xfrm>
      </p:grpSpPr>
      <p:sp>
        <p:nvSpPr>
          <p:cNvPr id="68" name="Google Shape;68;p22"/>
          <p:cNvSpPr/>
          <p:nvPr>
            <p:ph idx="2" type="pic"/>
          </p:nvPr>
        </p:nvSpPr>
        <p:spPr>
          <a:xfrm>
            <a:off x="7880350" y="508000"/>
            <a:ext cx="3719550" cy="2974839"/>
          </a:xfrm>
          <a:prstGeom prst="rect">
            <a:avLst/>
          </a:prstGeom>
          <a:noFill/>
          <a:ln>
            <a:noFill/>
          </a:ln>
        </p:spPr>
      </p:sp>
      <p:sp>
        <p:nvSpPr>
          <p:cNvPr id="69" name="Google Shape;69;p22"/>
          <p:cNvSpPr/>
          <p:nvPr>
            <p:ph idx="3" type="pic"/>
          </p:nvPr>
        </p:nvSpPr>
        <p:spPr>
          <a:xfrm>
            <a:off x="6750050" y="1989138"/>
            <a:ext cx="5219700" cy="6075091"/>
          </a:xfrm>
          <a:prstGeom prst="rect">
            <a:avLst/>
          </a:prstGeom>
          <a:noFill/>
          <a:ln>
            <a:noFill/>
          </a:ln>
        </p:spPr>
      </p:sp>
      <p:sp>
        <p:nvSpPr>
          <p:cNvPr id="70" name="Google Shape;70;p22"/>
          <p:cNvSpPr/>
          <p:nvPr>
            <p:ph idx="4" type="pic"/>
          </p:nvPr>
        </p:nvSpPr>
        <p:spPr>
          <a:xfrm>
            <a:off x="-69850" y="247650"/>
            <a:ext cx="8305800" cy="6229350"/>
          </a:xfrm>
          <a:prstGeom prst="rect">
            <a:avLst/>
          </a:prstGeom>
          <a:noFill/>
          <a:ln>
            <a:noFill/>
          </a:ln>
        </p:spPr>
      </p:sp>
      <p:sp>
        <p:nvSpPr>
          <p:cNvPr id="71" name="Google Shape;71;p22"/>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000000"/>
              </a:buClr>
              <a:buSzPts val="900"/>
              <a:buFont typeface="Helvetica Neue"/>
              <a:buNone/>
              <a:defRPr/>
            </a:lvl1pPr>
            <a:lvl2pPr indent="0" lvl="1" marL="0" algn="ctr">
              <a:lnSpc>
                <a:spcPct val="100000"/>
              </a:lnSpc>
              <a:spcBef>
                <a:spcPts val="0"/>
              </a:spcBef>
              <a:spcAft>
                <a:spcPts val="0"/>
              </a:spcAft>
              <a:buClr>
                <a:srgbClr val="000000"/>
              </a:buClr>
              <a:buSzPts val="900"/>
              <a:buFont typeface="Helvetica Neue"/>
              <a:buNone/>
              <a:defRPr/>
            </a:lvl2pPr>
            <a:lvl3pPr indent="0" lvl="2" marL="0" algn="ctr">
              <a:lnSpc>
                <a:spcPct val="100000"/>
              </a:lnSpc>
              <a:spcBef>
                <a:spcPts val="0"/>
              </a:spcBef>
              <a:spcAft>
                <a:spcPts val="0"/>
              </a:spcAft>
              <a:buClr>
                <a:srgbClr val="000000"/>
              </a:buClr>
              <a:buSzPts val="900"/>
              <a:buFont typeface="Helvetica Neue"/>
              <a:buNone/>
              <a:defRPr/>
            </a:lvl3pPr>
            <a:lvl4pPr indent="0" lvl="3" marL="0" algn="ctr">
              <a:lnSpc>
                <a:spcPct val="100000"/>
              </a:lnSpc>
              <a:spcBef>
                <a:spcPts val="0"/>
              </a:spcBef>
              <a:spcAft>
                <a:spcPts val="0"/>
              </a:spcAft>
              <a:buClr>
                <a:srgbClr val="000000"/>
              </a:buClr>
              <a:buSzPts val="900"/>
              <a:buFont typeface="Helvetica Neue"/>
              <a:buNone/>
              <a:defRPr/>
            </a:lvl4pPr>
            <a:lvl5pPr indent="0" lvl="4" marL="0" algn="ctr">
              <a:lnSpc>
                <a:spcPct val="100000"/>
              </a:lnSpc>
              <a:spcBef>
                <a:spcPts val="0"/>
              </a:spcBef>
              <a:spcAft>
                <a:spcPts val="0"/>
              </a:spcAft>
              <a:buClr>
                <a:srgbClr val="000000"/>
              </a:buClr>
              <a:buSzPts val="900"/>
              <a:buFont typeface="Helvetica Neue"/>
              <a:buNone/>
              <a:defRPr/>
            </a:lvl5pPr>
            <a:lvl6pPr indent="0" lvl="5" marL="0" algn="ctr">
              <a:lnSpc>
                <a:spcPct val="100000"/>
              </a:lnSpc>
              <a:spcBef>
                <a:spcPts val="0"/>
              </a:spcBef>
              <a:spcAft>
                <a:spcPts val="0"/>
              </a:spcAft>
              <a:buClr>
                <a:srgbClr val="000000"/>
              </a:buClr>
              <a:buSzPts val="900"/>
              <a:buFont typeface="Helvetica Neue"/>
              <a:buNone/>
              <a:defRPr/>
            </a:lvl6pPr>
            <a:lvl7pPr indent="0" lvl="6" marL="0" algn="ctr">
              <a:lnSpc>
                <a:spcPct val="100000"/>
              </a:lnSpc>
              <a:spcBef>
                <a:spcPts val="0"/>
              </a:spcBef>
              <a:spcAft>
                <a:spcPts val="0"/>
              </a:spcAft>
              <a:buClr>
                <a:srgbClr val="000000"/>
              </a:buClr>
              <a:buSzPts val="900"/>
              <a:buFont typeface="Helvetica Neue"/>
              <a:buNone/>
              <a:defRPr/>
            </a:lvl7pPr>
            <a:lvl8pPr indent="0" lvl="7" marL="0" algn="ctr">
              <a:lnSpc>
                <a:spcPct val="100000"/>
              </a:lnSpc>
              <a:spcBef>
                <a:spcPts val="0"/>
              </a:spcBef>
              <a:spcAft>
                <a:spcPts val="0"/>
              </a:spcAft>
              <a:buClr>
                <a:srgbClr val="000000"/>
              </a:buClr>
              <a:buSzPts val="900"/>
              <a:buFont typeface="Helvetica Neue"/>
              <a:buNone/>
              <a:defRPr/>
            </a:lvl8pPr>
            <a:lvl9pPr indent="0" lvl="8" marL="0" algn="ctr">
              <a:lnSpc>
                <a:spcPct val="100000"/>
              </a:lnSpc>
              <a:spcBef>
                <a:spcPts val="0"/>
              </a:spcBef>
              <a:spcAft>
                <a:spcPts val="0"/>
              </a:spcAft>
              <a:buClr>
                <a:srgbClr val="000000"/>
              </a:buClr>
              <a:buSzPts val="900"/>
              <a:buFont typeface="Helvetica Neue"/>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72" name="Shape 72"/>
        <p:cNvGrpSpPr/>
        <p:nvPr/>
      </p:nvGrpSpPr>
      <p:grpSpPr>
        <a:xfrm>
          <a:off x="0" y="0"/>
          <a:ext cx="0" cy="0"/>
          <a:chOff x="0" y="0"/>
          <a:chExt cx="0" cy="0"/>
        </a:xfrm>
      </p:grpSpPr>
      <p:sp>
        <p:nvSpPr>
          <p:cNvPr id="73" name="Google Shape;73;p23"/>
          <p:cNvSpPr/>
          <p:nvPr>
            <p:ph idx="2" type="pic"/>
          </p:nvPr>
        </p:nvSpPr>
        <p:spPr>
          <a:xfrm>
            <a:off x="-666750" y="-2762250"/>
            <a:ext cx="13525500" cy="10820400"/>
          </a:xfrm>
          <a:prstGeom prst="rect">
            <a:avLst/>
          </a:prstGeom>
          <a:noFill/>
          <a:ln>
            <a:noFill/>
          </a:ln>
        </p:spPr>
      </p:sp>
      <p:sp>
        <p:nvSpPr>
          <p:cNvPr id="74" name="Google Shape;74;p23"/>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1pPr>
            <a:lvl2pPr indent="0" lvl="1"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2pPr>
            <a:lvl3pPr indent="0" lvl="2"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3pPr>
            <a:lvl4pPr indent="0" lvl="3"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4pPr>
            <a:lvl5pPr indent="0" lvl="4"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5pPr>
            <a:lvl6pPr indent="0" lvl="5"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6pPr>
            <a:lvl7pPr indent="0" lvl="6"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7pPr>
            <a:lvl8pPr indent="0" lvl="7"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8pPr>
            <a:lvl9pPr indent="0" lvl="8" marL="0" algn="ctr">
              <a:lnSpc>
                <a:spcPct val="100000"/>
              </a:lnSpc>
              <a:spcBef>
                <a:spcPts val="0"/>
              </a:spcBef>
              <a:spcAft>
                <a:spcPts val="0"/>
              </a:spcAft>
              <a:buClr>
                <a:srgbClr val="FFFFFF"/>
              </a:buClr>
              <a:buSzPts val="900"/>
              <a:buFont typeface="Helvetica Neue"/>
              <a:buNone/>
              <a:defRPr b="0" i="0" sz="9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603250" y="539750"/>
            <a:ext cx="10985500" cy="716582"/>
          </a:xfrm>
          <a:prstGeom prst="rect">
            <a:avLst/>
          </a:prstGeom>
          <a:noFill/>
          <a:ln>
            <a:noFill/>
          </a:ln>
        </p:spPr>
        <p:txBody>
          <a:bodyPr anchorCtr="0" anchor="t" bIns="50800" lIns="50800" spcFirstLastPara="1" rIns="50800" wrap="square" tIns="50800">
            <a:normAutofit/>
          </a:bodyPr>
          <a:lstStyle>
            <a:lvl1pPr lvl="0"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1pPr>
            <a:lvl2pPr lvl="1"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2pPr>
            <a:lvl3pPr lvl="2"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3pPr>
            <a:lvl4pPr lvl="3"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4pPr>
            <a:lvl5pPr lvl="4"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5pPr>
            <a:lvl6pPr lvl="5"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6pPr>
            <a:lvl7pPr lvl="6"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7pPr>
            <a:lvl8pPr lvl="7"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8pPr>
            <a:lvl9pPr lvl="8" marR="0" rtl="0" algn="l">
              <a:lnSpc>
                <a:spcPct val="80000"/>
              </a:lnSpc>
              <a:spcBef>
                <a:spcPts val="0"/>
              </a:spcBef>
              <a:spcAft>
                <a:spcPts val="0"/>
              </a:spcAft>
              <a:buClr>
                <a:srgbClr val="000000"/>
              </a:buClr>
              <a:buSzPts val="4250"/>
              <a:buFont typeface="Helvetica Neue"/>
              <a:buNone/>
              <a:defRPr b="1" i="0" sz="4250" u="none" cap="none" strike="noStrike">
                <a:solidFill>
                  <a:srgbClr val="000000"/>
                </a:solidFill>
                <a:latin typeface="Helvetica Neue"/>
                <a:ea typeface="Helvetica Neue"/>
                <a:cs typeface="Helvetica Neue"/>
                <a:sym typeface="Helvetica Neue"/>
              </a:defRPr>
            </a:lvl9pPr>
          </a:lstStyle>
          <a:p/>
        </p:txBody>
      </p:sp>
      <p:sp>
        <p:nvSpPr>
          <p:cNvPr id="11" name="Google Shape;11;p9"/>
          <p:cNvSpPr txBox="1"/>
          <p:nvPr>
            <p:ph idx="1" type="body"/>
          </p:nvPr>
        </p:nvSpPr>
        <p:spPr>
          <a:xfrm>
            <a:off x="603250" y="2124252"/>
            <a:ext cx="10985500" cy="4128006"/>
          </a:xfrm>
          <a:prstGeom prst="rect">
            <a:avLst/>
          </a:prstGeom>
          <a:noFill/>
          <a:ln>
            <a:noFill/>
          </a:ln>
        </p:spPr>
        <p:txBody>
          <a:bodyPr anchorCtr="0" anchor="t" bIns="50800" lIns="50800" spcFirstLastPara="1" rIns="50800" wrap="square" tIns="50800">
            <a:normAutofit/>
          </a:bodyPr>
          <a:lstStyle>
            <a:lvl1pPr indent="-416052" lvl="0" marL="4572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1pPr>
            <a:lvl2pPr indent="-416052" lvl="1" marL="9144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2pPr>
            <a:lvl3pPr indent="-416052" lvl="2" marL="13716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3pPr>
            <a:lvl4pPr indent="-416052" lvl="3" marL="18288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4pPr>
            <a:lvl5pPr indent="-416051" lvl="4" marL="22860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5pPr>
            <a:lvl6pPr indent="-416051" lvl="5" marL="27432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6pPr>
            <a:lvl7pPr indent="-416051" lvl="6" marL="32004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7pPr>
            <a:lvl8pPr indent="-416051" lvl="7" marL="36576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8pPr>
            <a:lvl9pPr indent="-416052" lvl="8" marL="4114800" marR="0" rtl="0" algn="l">
              <a:lnSpc>
                <a:spcPct val="90000"/>
              </a:lnSpc>
              <a:spcBef>
                <a:spcPts val="2250"/>
              </a:spcBef>
              <a:spcAft>
                <a:spcPts val="0"/>
              </a:spcAft>
              <a:buClr>
                <a:srgbClr val="000000"/>
              </a:buClr>
              <a:buSzPts val="2952"/>
              <a:buFont typeface="Helvetica Neue"/>
              <a:buChar char="•"/>
              <a:defRPr b="0" i="0" sz="2400" u="none" cap="none" strike="noStrike">
                <a:solidFill>
                  <a:srgbClr val="000000"/>
                </a:solidFill>
                <a:latin typeface="Helvetica Neue"/>
                <a:ea typeface="Helvetica Neue"/>
                <a:cs typeface="Helvetica Neue"/>
                <a:sym typeface="Helvetica Neue"/>
              </a:defRPr>
            </a:lvl9pPr>
          </a:lstStyle>
          <a:p/>
        </p:txBody>
      </p:sp>
      <p:sp>
        <p:nvSpPr>
          <p:cNvPr id="12" name="Google Shape;12;p9"/>
          <p:cNvSpPr txBox="1"/>
          <p:nvPr>
            <p:ph idx="12" type="sldNum"/>
          </p:nvPr>
        </p:nvSpPr>
        <p:spPr>
          <a:xfrm>
            <a:off x="5971049" y="6486708"/>
            <a:ext cx="243656" cy="241092"/>
          </a:xfrm>
          <a:prstGeom prst="rect">
            <a:avLst/>
          </a:prstGeom>
          <a:noFill/>
          <a:ln>
            <a:noFill/>
          </a:ln>
        </p:spPr>
        <p:txBody>
          <a:bodyPr anchorCtr="0" anchor="b"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Introduction to JavaScript</a:t>
            </a:r>
            <a:endParaRPr/>
          </a:p>
        </p:txBody>
      </p:sp>
      <p:sp>
        <p:nvSpPr>
          <p:cNvPr id="81" name="Google Shape;81;p1"/>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0" lvl="1" marL="457200" rtl="0" algn="just">
              <a:lnSpc>
                <a:spcPct val="100000"/>
              </a:lnSpc>
              <a:spcBef>
                <a:spcPts val="0"/>
              </a:spcBef>
              <a:spcAft>
                <a:spcPts val="0"/>
              </a:spcAft>
              <a:buClr>
                <a:srgbClr val="000000"/>
              </a:buClr>
              <a:buSzPts val="1968"/>
              <a:buFont typeface="Helvetica Neue"/>
              <a:buNone/>
            </a:pPr>
            <a:r>
              <a:rPr lang="en-US" sz="1600"/>
              <a:t>JavaScript is a high-level, interpreted scripting language primarily used to create interactive web pages. It works in conjunction with HTML and CSS to build dynamic and engaging user experiences. While originally designed for client-side scripting, JavaScript has expanded its reach to server-side development with platforms like Node.js.</a:t>
            </a:r>
            <a:endParaRPr/>
          </a:p>
          <a:p>
            <a:pPr indent="0" lvl="1" marL="457200" rtl="0" algn="just">
              <a:lnSpc>
                <a:spcPct val="100000"/>
              </a:lnSpc>
              <a:spcBef>
                <a:spcPts val="2250"/>
              </a:spcBef>
              <a:spcAft>
                <a:spcPts val="0"/>
              </a:spcAft>
              <a:buClr>
                <a:srgbClr val="000000"/>
              </a:buClr>
              <a:buSzPts val="1968"/>
              <a:buFont typeface="Helvetica Neue"/>
              <a:buNone/>
            </a:pPr>
            <a:r>
              <a:t/>
            </a:r>
            <a:endParaRPr sz="1600"/>
          </a:p>
          <a:p>
            <a:pPr indent="0" lvl="0" marL="0" rtl="0" algn="just">
              <a:lnSpc>
                <a:spcPct val="100000"/>
              </a:lnSpc>
              <a:spcBef>
                <a:spcPts val="0"/>
              </a:spcBef>
              <a:spcAft>
                <a:spcPts val="0"/>
              </a:spcAft>
              <a:buClr>
                <a:srgbClr val="ED7D31"/>
              </a:buClr>
              <a:buSzPts val="2214"/>
              <a:buFont typeface="Calibri"/>
              <a:buNone/>
            </a:pPr>
            <a:r>
              <a:rPr b="0" i="0" lang="en-US" sz="1800" u="none" strike="noStrike">
                <a:solidFill>
                  <a:srgbClr val="ED7D31"/>
                </a:solidFill>
                <a:latin typeface="Calibri"/>
                <a:ea typeface="Calibri"/>
                <a:cs typeface="Calibri"/>
                <a:sym typeface="Calibri"/>
              </a:rPr>
              <a:t>1. High-level</a:t>
            </a:r>
            <a:r>
              <a:rPr b="0" i="0" lang="en-US" sz="1800" u="none" strike="noStrike">
                <a:solidFill>
                  <a:srgbClr val="000000"/>
                </a:solidFill>
                <a:latin typeface="Calibri"/>
                <a:ea typeface="Calibri"/>
                <a:cs typeface="Calibri"/>
                <a:sym typeface="Calibri"/>
              </a:rPr>
              <a:t>: JavaScript is designed to be easy to read and write, abstracting away low-level details and providing developers with a more intuitive syntax.</a:t>
            </a:r>
            <a:endParaRPr sz="1100"/>
          </a:p>
          <a:p>
            <a:pPr indent="0" lvl="0" marL="0" rtl="0" algn="just">
              <a:lnSpc>
                <a:spcPct val="100000"/>
              </a:lnSpc>
              <a:spcBef>
                <a:spcPts val="800"/>
              </a:spcBef>
              <a:spcAft>
                <a:spcPts val="0"/>
              </a:spcAft>
              <a:buClr>
                <a:srgbClr val="000000"/>
              </a:buClr>
              <a:buSzPts val="1353"/>
              <a:buFont typeface="Helvetica Neue"/>
              <a:buNone/>
            </a:pPr>
            <a:br>
              <a:rPr lang="en-US" sz="1100"/>
            </a:br>
            <a:r>
              <a:rPr b="0" i="0" lang="en-US" sz="1800" u="none" strike="noStrike">
                <a:solidFill>
                  <a:srgbClr val="ED7D31"/>
                </a:solidFill>
                <a:latin typeface="Calibri"/>
                <a:ea typeface="Calibri"/>
                <a:cs typeface="Calibri"/>
                <a:sym typeface="Calibri"/>
              </a:rPr>
              <a:t>2. Interpreted</a:t>
            </a:r>
            <a:r>
              <a:rPr b="0" i="0" lang="en-US" sz="1800" u="none" strike="noStrike">
                <a:solidFill>
                  <a:srgbClr val="000000"/>
                </a:solidFill>
                <a:latin typeface="Calibri"/>
                <a:ea typeface="Calibri"/>
                <a:cs typeface="Calibri"/>
                <a:sym typeface="Calibri"/>
              </a:rPr>
              <a:t>: JavaScript code is executed line by line by an interpreter, rather than being compiled into machine code before execution. This allows for rapid development and easy debugging but may result in slightly slower performance compared to compiled languages.</a:t>
            </a:r>
            <a:endParaRPr/>
          </a:p>
          <a:p>
            <a:pPr indent="0" lvl="0" marL="0" rtl="0" algn="just">
              <a:lnSpc>
                <a:spcPct val="100000"/>
              </a:lnSpc>
              <a:spcBef>
                <a:spcPts val="800"/>
              </a:spcBef>
              <a:spcAft>
                <a:spcPts val="0"/>
              </a:spcAft>
              <a:buClr>
                <a:srgbClr val="000000"/>
              </a:buClr>
              <a:buSzPts val="1353"/>
              <a:buFont typeface="Helvetica Neue"/>
              <a:buNone/>
            </a:pPr>
            <a:br>
              <a:rPr lang="en-US" sz="1100"/>
            </a:br>
            <a:r>
              <a:rPr b="0" i="0" lang="en-US" sz="1800" u="none" strike="noStrike">
                <a:solidFill>
                  <a:srgbClr val="ED7D31"/>
                </a:solidFill>
                <a:latin typeface="Calibri"/>
                <a:ea typeface="Calibri"/>
                <a:cs typeface="Calibri"/>
                <a:sym typeface="Calibri"/>
              </a:rPr>
              <a:t>3. Scripting Language</a:t>
            </a:r>
            <a:r>
              <a:rPr b="0" i="0" lang="en-US" sz="1800" u="none" strike="noStrike">
                <a:solidFill>
                  <a:srgbClr val="000000"/>
                </a:solidFill>
                <a:latin typeface="Calibri"/>
                <a:ea typeface="Calibri"/>
                <a:cs typeface="Calibri"/>
                <a:sym typeface="Calibri"/>
              </a:rPr>
              <a:t>: JavaScript is often used for scripting tasks, especially within web development. It's commonly embedded within HTML pages and executed by web browsers to provide dynamic and interactive functionality and so on……………….</a:t>
            </a:r>
            <a:endParaRPr/>
          </a:p>
          <a:p>
            <a:pPr indent="0" lvl="0" marL="0" rtl="0" algn="just">
              <a:lnSpc>
                <a:spcPct val="100000"/>
              </a:lnSpc>
              <a:spcBef>
                <a:spcPts val="3050"/>
              </a:spcBef>
              <a:spcAft>
                <a:spcPts val="0"/>
              </a:spcAft>
              <a:buClr>
                <a:srgbClr val="000000"/>
              </a:buClr>
              <a:buSzPts val="1722"/>
              <a:buFont typeface="Helvetica Neue"/>
              <a:buNone/>
            </a:pPr>
            <a:r>
              <a:t/>
            </a:r>
            <a:endParaRPr sz="1400"/>
          </a:p>
        </p:txBody>
      </p:sp>
      <p:pic>
        <p:nvPicPr>
          <p:cNvPr descr="10000Coders logo.jpeg" id="82" name="Google Shape;82;p1"/>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Why Learn JavaScript?</a:t>
            </a:r>
            <a:endParaRPr/>
          </a:p>
        </p:txBody>
      </p:sp>
      <p:sp>
        <p:nvSpPr>
          <p:cNvPr id="88" name="Google Shape;88;p2"/>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342900" lvl="0" marL="342900" rtl="0" algn="just">
              <a:lnSpc>
                <a:spcPct val="90000"/>
              </a:lnSpc>
              <a:spcBef>
                <a:spcPts val="0"/>
              </a:spcBef>
              <a:spcAft>
                <a:spcPts val="0"/>
              </a:spcAft>
              <a:buClr>
                <a:srgbClr val="000000"/>
              </a:buClr>
              <a:buSzPts val="1968"/>
              <a:buFont typeface="Arial"/>
              <a:buChar char="•"/>
            </a:pPr>
            <a:r>
              <a:rPr b="1" lang="en-US" sz="1600"/>
              <a:t>Versatility and Demand</a:t>
            </a:r>
            <a:endParaRPr/>
          </a:p>
          <a:p>
            <a:pPr indent="-342900" lvl="1" marL="800100" rtl="0" algn="just">
              <a:lnSpc>
                <a:spcPct val="90000"/>
              </a:lnSpc>
              <a:spcBef>
                <a:spcPts val="2250"/>
              </a:spcBef>
              <a:spcAft>
                <a:spcPts val="0"/>
              </a:spcAft>
              <a:buClr>
                <a:srgbClr val="000000"/>
              </a:buClr>
              <a:buSzPts val="1722"/>
              <a:buFont typeface="Arial"/>
              <a:buChar char="•"/>
            </a:pPr>
            <a:r>
              <a:rPr lang="en-US" sz="1400"/>
              <a:t>JavaScript is the language of the web. It's used for everything from simple website animations to complex web applications, mobile apps, and even server-side development. Its widespread use makes it highly in-demand by employers.</a:t>
            </a:r>
            <a:endParaRPr/>
          </a:p>
          <a:p>
            <a:pPr indent="-342900" lvl="0" marL="342900" rtl="0" algn="just">
              <a:lnSpc>
                <a:spcPct val="90000"/>
              </a:lnSpc>
              <a:spcBef>
                <a:spcPts val="2250"/>
              </a:spcBef>
              <a:spcAft>
                <a:spcPts val="0"/>
              </a:spcAft>
              <a:buClr>
                <a:srgbClr val="000000"/>
              </a:buClr>
              <a:buSzPts val="1968"/>
              <a:buFont typeface="Arial"/>
              <a:buChar char="•"/>
            </a:pPr>
            <a:r>
              <a:rPr b="1" lang="en-US" sz="1600"/>
              <a:t>Ease of Learning</a:t>
            </a:r>
            <a:endParaRPr/>
          </a:p>
          <a:p>
            <a:pPr indent="-342900" lvl="1" marL="800100" rtl="0" algn="just">
              <a:lnSpc>
                <a:spcPct val="90000"/>
              </a:lnSpc>
              <a:spcBef>
                <a:spcPts val="2250"/>
              </a:spcBef>
              <a:spcAft>
                <a:spcPts val="0"/>
              </a:spcAft>
              <a:buClr>
                <a:srgbClr val="000000"/>
              </a:buClr>
              <a:buSzPts val="1722"/>
              <a:buFont typeface="Arial"/>
              <a:buChar char="•"/>
            </a:pPr>
            <a:r>
              <a:rPr lang="en-US" sz="1400"/>
              <a:t>Compared to other programming languages, JavaScript has a relatively gentle learning curve. Its syntax is intuitive, making it accessible to beginners.</a:t>
            </a:r>
            <a:endParaRPr/>
          </a:p>
          <a:p>
            <a:pPr indent="-342900" lvl="0" marL="342900" rtl="0" algn="just">
              <a:lnSpc>
                <a:spcPct val="90000"/>
              </a:lnSpc>
              <a:spcBef>
                <a:spcPts val="2250"/>
              </a:spcBef>
              <a:spcAft>
                <a:spcPts val="0"/>
              </a:spcAft>
              <a:buClr>
                <a:srgbClr val="000000"/>
              </a:buClr>
              <a:buSzPts val="1968"/>
              <a:buFont typeface="Arial"/>
              <a:buChar char="•"/>
            </a:pPr>
            <a:r>
              <a:rPr b="1" lang="en-US" sz="1600"/>
              <a:t>Community Support</a:t>
            </a:r>
            <a:endParaRPr/>
          </a:p>
          <a:p>
            <a:pPr indent="-342900" lvl="1" marL="800100" rtl="0" algn="just">
              <a:lnSpc>
                <a:spcPct val="90000"/>
              </a:lnSpc>
              <a:spcBef>
                <a:spcPts val="2250"/>
              </a:spcBef>
              <a:spcAft>
                <a:spcPts val="0"/>
              </a:spcAft>
              <a:buClr>
                <a:srgbClr val="000000"/>
              </a:buClr>
              <a:buSzPts val="1722"/>
              <a:buFont typeface="Arial"/>
              <a:buChar char="•"/>
            </a:pPr>
            <a:r>
              <a:rPr lang="en-US" sz="1400"/>
              <a:t>JavaScript boasts a massive and active community of developers. This means plenty of resources, tutorials, and forums are available to help you learn and grow as a programmer.</a:t>
            </a:r>
            <a:endParaRPr/>
          </a:p>
          <a:p>
            <a:pPr indent="-342900" lvl="0" marL="342900" rtl="0" algn="just">
              <a:lnSpc>
                <a:spcPct val="90000"/>
              </a:lnSpc>
              <a:spcBef>
                <a:spcPts val="2250"/>
              </a:spcBef>
              <a:spcAft>
                <a:spcPts val="0"/>
              </a:spcAft>
              <a:buClr>
                <a:srgbClr val="000000"/>
              </a:buClr>
              <a:buSzPts val="1968"/>
              <a:buFont typeface="Arial"/>
              <a:buChar char="•"/>
            </a:pPr>
            <a:r>
              <a:rPr b="1" lang="en-US" sz="1600"/>
              <a:t>Career Opportunities</a:t>
            </a:r>
            <a:endParaRPr/>
          </a:p>
          <a:p>
            <a:pPr indent="-342900" lvl="1" marL="800100" rtl="0" algn="just">
              <a:lnSpc>
                <a:spcPct val="90000"/>
              </a:lnSpc>
              <a:spcBef>
                <a:spcPts val="2250"/>
              </a:spcBef>
              <a:spcAft>
                <a:spcPts val="0"/>
              </a:spcAft>
              <a:buClr>
                <a:srgbClr val="000000"/>
              </a:buClr>
              <a:buSzPts val="1722"/>
              <a:buFont typeface="Arial"/>
              <a:buChar char="•"/>
            </a:pPr>
            <a:r>
              <a:rPr lang="en-US" sz="1400"/>
              <a:t>Due to its versatility and high demand, learning JavaScript can open doors to a variety of career paths, from front-end and back-end development to full-stack roles.</a:t>
            </a:r>
            <a:endParaRPr/>
          </a:p>
        </p:txBody>
      </p:sp>
      <p:pic>
        <p:nvPicPr>
          <p:cNvPr descr="10000Coders logo.jpeg" id="89" name="Google Shape;89;p2"/>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What is JavaScript?</a:t>
            </a:r>
            <a:endParaRPr/>
          </a:p>
        </p:txBody>
      </p:sp>
      <p:sp>
        <p:nvSpPr>
          <p:cNvPr id="95" name="Google Shape;95;p3"/>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342900" lvl="0" marL="342900" rtl="0" algn="just">
              <a:lnSpc>
                <a:spcPct val="90000"/>
              </a:lnSpc>
              <a:spcBef>
                <a:spcPts val="0"/>
              </a:spcBef>
              <a:spcAft>
                <a:spcPts val="0"/>
              </a:spcAft>
              <a:buClr>
                <a:srgbClr val="000000"/>
              </a:buClr>
              <a:buSzPts val="2214"/>
              <a:buFont typeface="Arial"/>
              <a:buChar char="•"/>
            </a:pPr>
            <a:r>
              <a:rPr b="1" lang="en-US" sz="1800"/>
              <a:t>Definition:</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JavaScript is a versatile, high-level scripting language primarily used to create and control dynamic website content.</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It is an essential part of web development, enabling interactive features like animations, form validations, and dynamic updates without reloading the page.</a:t>
            </a:r>
            <a:endParaRPr/>
          </a:p>
          <a:p>
            <a:pPr indent="-342900" lvl="0" marL="342900" rtl="0" algn="just">
              <a:lnSpc>
                <a:spcPct val="90000"/>
              </a:lnSpc>
              <a:spcBef>
                <a:spcPts val="2250"/>
              </a:spcBef>
              <a:spcAft>
                <a:spcPts val="0"/>
              </a:spcAft>
              <a:buClr>
                <a:srgbClr val="000000"/>
              </a:buClr>
              <a:buSzPts val="2214"/>
              <a:buFont typeface="Arial"/>
              <a:buChar char="•"/>
            </a:pPr>
            <a:r>
              <a:rPr b="1" lang="en-US" sz="1800"/>
              <a:t>Functionality:</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JavaScript runs in the browser and allows developers to manipulate the Document Object Model (DOM) to create interactive web experiences.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It supports object-oriented, imperative, and functional programming styles.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JavaScript can handle events, validate data, interact with APIs, and perform complex computations in real-time.</a:t>
            </a:r>
            <a:endParaRPr/>
          </a:p>
          <a:p>
            <a:pPr indent="-233553" lvl="0" marL="342900" rtl="0" algn="just">
              <a:lnSpc>
                <a:spcPct val="90000"/>
              </a:lnSpc>
              <a:spcBef>
                <a:spcPts val="2250"/>
              </a:spcBef>
              <a:spcAft>
                <a:spcPts val="0"/>
              </a:spcAft>
              <a:buClr>
                <a:srgbClr val="000000"/>
              </a:buClr>
              <a:buSzPts val="1722"/>
              <a:buFont typeface="Arial"/>
              <a:buNone/>
            </a:pPr>
            <a:r>
              <a:t/>
            </a:r>
            <a:endParaRPr sz="1400"/>
          </a:p>
        </p:txBody>
      </p:sp>
      <p:pic>
        <p:nvPicPr>
          <p:cNvPr descr="10000Coders logo.jpeg" id="96" name="Google Shape;96;p3"/>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Applications Beyond Web Development</a:t>
            </a:r>
            <a:endParaRPr/>
          </a:p>
        </p:txBody>
      </p:sp>
      <p:sp>
        <p:nvSpPr>
          <p:cNvPr id="102" name="Google Shape;102;p4"/>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342900" lvl="0" marL="342900" rtl="0" algn="just">
              <a:lnSpc>
                <a:spcPct val="90000"/>
              </a:lnSpc>
              <a:spcBef>
                <a:spcPts val="0"/>
              </a:spcBef>
              <a:spcAft>
                <a:spcPts val="0"/>
              </a:spcAft>
              <a:buClr>
                <a:srgbClr val="000000"/>
              </a:buClr>
              <a:buSzPts val="2214"/>
              <a:buFont typeface="Arial"/>
              <a:buChar char="•"/>
            </a:pPr>
            <a:r>
              <a:rPr b="1" lang="en-US" sz="1800"/>
              <a:t>Server-Side Development:</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JavaScript is used in server-side programming with platforms like Node.js, allowing developers to build scalable network applications.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It enables JavaScript to run on servers, handling requests and managing data.</a:t>
            </a:r>
            <a:endParaRPr/>
          </a:p>
          <a:p>
            <a:pPr indent="-342900" lvl="0" marL="342900" rtl="0" algn="just">
              <a:lnSpc>
                <a:spcPct val="90000"/>
              </a:lnSpc>
              <a:spcBef>
                <a:spcPts val="2250"/>
              </a:spcBef>
              <a:spcAft>
                <a:spcPts val="0"/>
              </a:spcAft>
              <a:buClr>
                <a:srgbClr val="000000"/>
              </a:buClr>
              <a:buSzPts val="2214"/>
              <a:buFont typeface="Arial"/>
              <a:buChar char="•"/>
            </a:pPr>
            <a:r>
              <a:rPr b="1" lang="en-US" sz="1800"/>
              <a:t>Mobile App Development:</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JavaScript frameworks like React Native and Ionic allow developers to create cross-platform mobile applications.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These apps run on both iOS and Android devices using a single codebase.</a:t>
            </a:r>
            <a:endParaRPr/>
          </a:p>
          <a:p>
            <a:pPr indent="-342900" lvl="0" marL="342900" rtl="0" algn="just">
              <a:lnSpc>
                <a:spcPct val="90000"/>
              </a:lnSpc>
              <a:spcBef>
                <a:spcPts val="2250"/>
              </a:spcBef>
              <a:spcAft>
                <a:spcPts val="0"/>
              </a:spcAft>
              <a:buClr>
                <a:srgbClr val="000000"/>
              </a:buClr>
              <a:buSzPts val="2214"/>
              <a:buFont typeface="Arial"/>
              <a:buChar char="•"/>
            </a:pPr>
            <a:r>
              <a:rPr b="1" lang="en-US" sz="1800"/>
              <a:t>Desktop Applications: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Electron is a popular framework for building desktop applications with JavaScript, HTML, and CSS.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Notable applications like Visual Studio Code and Slack are built using Electron</a:t>
            </a:r>
            <a:r>
              <a:rPr lang="en-US" sz="1000"/>
              <a:t>.</a:t>
            </a:r>
            <a:endParaRPr/>
          </a:p>
        </p:txBody>
      </p:sp>
      <p:pic>
        <p:nvPicPr>
          <p:cNvPr descr="10000Coders logo.jpeg" id="103" name="Google Shape;103;p4"/>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JavaScript Integration</a:t>
            </a:r>
            <a:endParaRPr/>
          </a:p>
        </p:txBody>
      </p:sp>
      <p:sp>
        <p:nvSpPr>
          <p:cNvPr id="109" name="Google Shape;109;p5"/>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342900" lvl="0" marL="342900" rtl="0" algn="just">
              <a:lnSpc>
                <a:spcPct val="90000"/>
              </a:lnSpc>
              <a:spcBef>
                <a:spcPts val="0"/>
              </a:spcBef>
              <a:spcAft>
                <a:spcPts val="0"/>
              </a:spcAft>
              <a:buClr>
                <a:srgbClr val="000000"/>
              </a:buClr>
              <a:buSzPts val="2214"/>
              <a:buFont typeface="Arial"/>
              <a:buChar char="•"/>
            </a:pPr>
            <a:r>
              <a:rPr b="1" lang="en-US" sz="1800"/>
              <a:t>Embedding Code within &lt;script&gt;...&lt;/script&gt; Tags</a:t>
            </a:r>
            <a:endParaRPr/>
          </a:p>
          <a:p>
            <a:pPr indent="-342900" lvl="1" marL="800100" rtl="0" algn="just">
              <a:lnSpc>
                <a:spcPct val="90000"/>
              </a:lnSpc>
              <a:spcBef>
                <a:spcPts val="2250"/>
              </a:spcBef>
              <a:spcAft>
                <a:spcPts val="0"/>
              </a:spcAft>
              <a:buClr>
                <a:srgbClr val="000000"/>
              </a:buClr>
              <a:buSzPts val="1968"/>
              <a:buFont typeface="Arial"/>
              <a:buChar char="•"/>
            </a:pPr>
            <a:r>
              <a:rPr lang="en-US" sz="1600"/>
              <a:t>JavaScript code can be embedded directly within HTML documents using the &lt;script&gt; tag. This method is useful for small scripts or when the code is specific to a single page.</a:t>
            </a:r>
            <a:endParaRPr/>
          </a:p>
          <a:p>
            <a:pPr indent="-342900" lvl="0" marL="342900" rtl="0" algn="just">
              <a:lnSpc>
                <a:spcPct val="90000"/>
              </a:lnSpc>
              <a:spcBef>
                <a:spcPts val="2250"/>
              </a:spcBef>
              <a:spcAft>
                <a:spcPts val="0"/>
              </a:spcAft>
              <a:buClr>
                <a:srgbClr val="000000"/>
              </a:buClr>
              <a:buSzPts val="2214"/>
              <a:buFont typeface="Arial"/>
              <a:buChar char="•"/>
            </a:pPr>
            <a:r>
              <a:rPr b="1" lang="en-US" sz="1800"/>
              <a:t>Example:</a:t>
            </a:r>
            <a:endParaRPr/>
          </a:p>
          <a:p>
            <a:pPr indent="0" lvl="0" marL="0" rtl="0" algn="just">
              <a:lnSpc>
                <a:spcPct val="90000"/>
              </a:lnSpc>
              <a:spcBef>
                <a:spcPts val="2250"/>
              </a:spcBef>
              <a:spcAft>
                <a:spcPts val="0"/>
              </a:spcAft>
              <a:buClr>
                <a:srgbClr val="000000"/>
              </a:buClr>
              <a:buSzPts val="2214"/>
              <a:buFont typeface="Helvetica Neue"/>
              <a:buNone/>
            </a:pPr>
            <a:r>
              <a:rPr b="1" lang="en-US" sz="1800"/>
              <a:t>	</a:t>
            </a:r>
            <a:endParaRPr sz="1600"/>
          </a:p>
        </p:txBody>
      </p:sp>
      <p:pic>
        <p:nvPicPr>
          <p:cNvPr descr="10000Coders logo.jpeg" id="110" name="Google Shape;110;p5"/>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pic>
        <p:nvPicPr>
          <p:cNvPr id="111" name="Google Shape;111;p5"/>
          <p:cNvPicPr preferRelativeResize="0"/>
          <p:nvPr/>
        </p:nvPicPr>
        <p:blipFill rotWithShape="1">
          <a:blip r:embed="rId4">
            <a:alphaModFix/>
          </a:blip>
          <a:srcRect b="0" l="0" r="0" t="0"/>
          <a:stretch/>
        </p:blipFill>
        <p:spPr>
          <a:xfrm>
            <a:off x="2782529" y="2694643"/>
            <a:ext cx="5487098" cy="37749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JavaScript Integration</a:t>
            </a:r>
            <a:endParaRPr/>
          </a:p>
        </p:txBody>
      </p:sp>
      <p:sp>
        <p:nvSpPr>
          <p:cNvPr id="117" name="Google Shape;117;p6"/>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342900" lvl="0" marL="342900" rtl="0" algn="just">
              <a:lnSpc>
                <a:spcPct val="90000"/>
              </a:lnSpc>
              <a:spcBef>
                <a:spcPts val="0"/>
              </a:spcBef>
              <a:spcAft>
                <a:spcPts val="0"/>
              </a:spcAft>
              <a:buClr>
                <a:srgbClr val="000000"/>
              </a:buClr>
              <a:buSzPts val="2214"/>
              <a:buFont typeface="Arial"/>
              <a:buChar char="•"/>
            </a:pPr>
            <a:r>
              <a:rPr b="1" lang="en-US" sz="1800"/>
              <a:t>Inline Code Placement Using Special Attributes </a:t>
            </a:r>
            <a:endParaRPr sz="1200"/>
          </a:p>
          <a:p>
            <a:pPr indent="-342900" lvl="1" marL="800100" rtl="0" algn="just">
              <a:lnSpc>
                <a:spcPct val="90000"/>
              </a:lnSpc>
              <a:spcBef>
                <a:spcPts val="2250"/>
              </a:spcBef>
              <a:spcAft>
                <a:spcPts val="0"/>
              </a:spcAft>
              <a:buClr>
                <a:srgbClr val="000000"/>
              </a:buClr>
              <a:buSzPts val="1968"/>
              <a:buFont typeface="Arial"/>
              <a:buChar char="•"/>
            </a:pPr>
            <a:r>
              <a:rPr lang="en-US" sz="1600"/>
              <a:t>JavaScript can also be included inline within HTML tags using special attributes such as </a:t>
            </a:r>
            <a:r>
              <a:rPr b="1" lang="en-US" sz="1600"/>
              <a:t>onclick</a:t>
            </a:r>
            <a:r>
              <a:rPr lang="en-US" sz="1600"/>
              <a:t>, </a:t>
            </a:r>
            <a:r>
              <a:rPr b="1" lang="en-US" sz="1600"/>
              <a:t>onmouseover</a:t>
            </a:r>
            <a:r>
              <a:rPr lang="en-US" sz="1600"/>
              <a:t>, </a:t>
            </a:r>
            <a:r>
              <a:rPr b="1" lang="en-US" sz="1600"/>
              <a:t>and others. </a:t>
            </a:r>
            <a:r>
              <a:rPr lang="en-US" sz="1600"/>
              <a:t>This method is often used for simple, event-driven scripts</a:t>
            </a:r>
            <a:r>
              <a:rPr lang="en-US" sz="1200"/>
              <a:t>. </a:t>
            </a:r>
            <a:endParaRPr/>
          </a:p>
          <a:p>
            <a:pPr indent="-342900" lvl="1" marL="800100" rtl="0" algn="just">
              <a:lnSpc>
                <a:spcPct val="90000"/>
              </a:lnSpc>
              <a:spcBef>
                <a:spcPts val="2250"/>
              </a:spcBef>
              <a:spcAft>
                <a:spcPts val="0"/>
              </a:spcAft>
              <a:buClr>
                <a:srgbClr val="000000"/>
              </a:buClr>
              <a:buSzPts val="2214"/>
              <a:buFont typeface="Arial"/>
              <a:buChar char="•"/>
            </a:pPr>
            <a:r>
              <a:rPr b="1" lang="en-US" sz="1800"/>
              <a:t>Example:</a:t>
            </a:r>
            <a:endParaRPr/>
          </a:p>
          <a:p>
            <a:pPr indent="0" lvl="0" marL="0" rtl="0" algn="just">
              <a:lnSpc>
                <a:spcPct val="90000"/>
              </a:lnSpc>
              <a:spcBef>
                <a:spcPts val="2250"/>
              </a:spcBef>
              <a:spcAft>
                <a:spcPts val="0"/>
              </a:spcAft>
              <a:buClr>
                <a:srgbClr val="000000"/>
              </a:buClr>
              <a:buSzPts val="2214"/>
              <a:buFont typeface="Helvetica Neue"/>
              <a:buNone/>
            </a:pPr>
            <a:r>
              <a:rPr b="1" lang="en-US" sz="1800"/>
              <a:t>	</a:t>
            </a:r>
            <a:endParaRPr sz="1600"/>
          </a:p>
        </p:txBody>
      </p:sp>
      <p:pic>
        <p:nvPicPr>
          <p:cNvPr descr="10000Coders logo.jpeg" id="118" name="Google Shape;118;p6"/>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pic>
        <p:nvPicPr>
          <p:cNvPr id="119" name="Google Shape;119;p6"/>
          <p:cNvPicPr preferRelativeResize="0"/>
          <p:nvPr/>
        </p:nvPicPr>
        <p:blipFill rotWithShape="1">
          <a:blip r:embed="rId4">
            <a:alphaModFix/>
          </a:blip>
          <a:srcRect b="0" l="0" r="0" t="0"/>
          <a:stretch/>
        </p:blipFill>
        <p:spPr>
          <a:xfrm>
            <a:off x="2969341" y="2730517"/>
            <a:ext cx="5348749" cy="3542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JavaScript Integration</a:t>
            </a:r>
            <a:endParaRPr/>
          </a:p>
        </p:txBody>
      </p:sp>
      <p:sp>
        <p:nvSpPr>
          <p:cNvPr id="125" name="Google Shape;125;p7"/>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342900" lvl="0" marL="342900" rtl="0" algn="just">
              <a:lnSpc>
                <a:spcPct val="90000"/>
              </a:lnSpc>
              <a:spcBef>
                <a:spcPts val="0"/>
              </a:spcBef>
              <a:spcAft>
                <a:spcPts val="0"/>
              </a:spcAft>
              <a:buClr>
                <a:srgbClr val="000000"/>
              </a:buClr>
              <a:buSzPts val="2214"/>
              <a:buFont typeface="Arial"/>
              <a:buChar char="•"/>
            </a:pPr>
            <a:r>
              <a:rPr b="1" lang="en-US" sz="1800"/>
              <a:t>External File Linking with .js Extension </a:t>
            </a:r>
            <a:endParaRPr sz="1600"/>
          </a:p>
          <a:p>
            <a:pPr indent="-342900" lvl="1" marL="800100" rtl="0" algn="just">
              <a:lnSpc>
                <a:spcPct val="90000"/>
              </a:lnSpc>
              <a:spcBef>
                <a:spcPts val="2250"/>
              </a:spcBef>
              <a:spcAft>
                <a:spcPts val="0"/>
              </a:spcAft>
              <a:buClr>
                <a:srgbClr val="000000"/>
              </a:buClr>
              <a:buSzPts val="1968"/>
              <a:buFont typeface="Arial"/>
              <a:buChar char="•"/>
            </a:pPr>
            <a:r>
              <a:rPr lang="en-US" sz="1600"/>
              <a:t>For larger scripts or when the same JavaScript code needs to be used across multiple pages, it is best practice to link to an external JavaScript file. This approach improves maintainability and website performance.</a:t>
            </a:r>
            <a:endParaRPr/>
          </a:p>
          <a:p>
            <a:pPr indent="-342900" lvl="0" marL="342900" rtl="0" algn="just">
              <a:lnSpc>
                <a:spcPct val="90000"/>
              </a:lnSpc>
              <a:spcBef>
                <a:spcPts val="2250"/>
              </a:spcBef>
              <a:spcAft>
                <a:spcPts val="0"/>
              </a:spcAft>
              <a:buClr>
                <a:srgbClr val="000000"/>
              </a:buClr>
              <a:buSzPts val="1968"/>
              <a:buFont typeface="Arial"/>
              <a:buChar char="•"/>
            </a:pPr>
            <a:r>
              <a:rPr lang="en-US" sz="1600"/>
              <a:t> </a:t>
            </a:r>
            <a:r>
              <a:rPr b="1" lang="en-US" sz="1800"/>
              <a:t>Example:</a:t>
            </a:r>
            <a:endParaRPr/>
          </a:p>
          <a:p>
            <a:pPr indent="0" lvl="0" marL="0" rtl="0" algn="just">
              <a:lnSpc>
                <a:spcPct val="90000"/>
              </a:lnSpc>
              <a:spcBef>
                <a:spcPts val="2250"/>
              </a:spcBef>
              <a:spcAft>
                <a:spcPts val="0"/>
              </a:spcAft>
              <a:buClr>
                <a:srgbClr val="000000"/>
              </a:buClr>
              <a:buSzPts val="2214"/>
              <a:buFont typeface="Helvetica Neue"/>
              <a:buNone/>
            </a:pPr>
            <a:r>
              <a:rPr b="1" lang="en-US" sz="1800"/>
              <a:t>	</a:t>
            </a:r>
            <a:endParaRPr sz="1600"/>
          </a:p>
        </p:txBody>
      </p:sp>
      <p:pic>
        <p:nvPicPr>
          <p:cNvPr descr="10000Coders logo.jpeg" id="126" name="Google Shape;126;p7"/>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pic>
        <p:nvPicPr>
          <p:cNvPr id="127" name="Google Shape;127;p7"/>
          <p:cNvPicPr preferRelativeResize="0"/>
          <p:nvPr/>
        </p:nvPicPr>
        <p:blipFill rotWithShape="1">
          <a:blip r:embed="rId4">
            <a:alphaModFix/>
          </a:blip>
          <a:srcRect b="0" l="0" r="0" t="0"/>
          <a:stretch/>
        </p:blipFill>
        <p:spPr>
          <a:xfrm>
            <a:off x="3116826" y="2910348"/>
            <a:ext cx="5102941" cy="35592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ctrTitle"/>
          </p:nvPr>
        </p:nvSpPr>
        <p:spPr>
          <a:xfrm>
            <a:off x="609599" y="237460"/>
            <a:ext cx="11758863" cy="853921"/>
          </a:xfrm>
          <a:prstGeom prst="rect">
            <a:avLst/>
          </a:prstGeom>
          <a:noFill/>
          <a:ln>
            <a:noFill/>
          </a:ln>
        </p:spPr>
        <p:txBody>
          <a:bodyPr anchorCtr="0" anchor="b" bIns="50800" lIns="50800" spcFirstLastPara="1" rIns="50800" wrap="square" tIns="50800">
            <a:normAutofit/>
          </a:bodyPr>
          <a:lstStyle/>
          <a:p>
            <a:pPr indent="0" lvl="0" marL="0" rtl="0" algn="l">
              <a:lnSpc>
                <a:spcPct val="80000"/>
              </a:lnSpc>
              <a:spcBef>
                <a:spcPts val="0"/>
              </a:spcBef>
              <a:spcAft>
                <a:spcPts val="0"/>
              </a:spcAft>
              <a:buClr>
                <a:srgbClr val="FFA500"/>
              </a:buClr>
              <a:buSzPts val="4000"/>
              <a:buFont typeface="Helvetica Neue"/>
              <a:buNone/>
            </a:pPr>
            <a:r>
              <a:rPr b="1" lang="en-US" sz="4000">
                <a:solidFill>
                  <a:srgbClr val="FFA500"/>
                </a:solidFill>
              </a:rPr>
              <a:t>Conclusion</a:t>
            </a:r>
            <a:endParaRPr/>
          </a:p>
        </p:txBody>
      </p:sp>
      <p:sp>
        <p:nvSpPr>
          <p:cNvPr id="133" name="Google Shape;133;p8"/>
          <p:cNvSpPr txBox="1"/>
          <p:nvPr>
            <p:ph idx="1" type="subTitle"/>
          </p:nvPr>
        </p:nvSpPr>
        <p:spPr>
          <a:xfrm>
            <a:off x="609600" y="1288027"/>
            <a:ext cx="10726994" cy="4984954"/>
          </a:xfrm>
          <a:prstGeom prst="rect">
            <a:avLst/>
          </a:prstGeom>
          <a:noFill/>
          <a:ln>
            <a:noFill/>
          </a:ln>
        </p:spPr>
        <p:txBody>
          <a:bodyPr anchorCtr="0" anchor="t" bIns="50800" lIns="50800" spcFirstLastPara="1" rIns="50800" wrap="square" tIns="50800">
            <a:noAutofit/>
          </a:bodyPr>
          <a:lstStyle/>
          <a:p>
            <a:pPr indent="-285750" lvl="0" marL="285750" rtl="0" algn="just">
              <a:lnSpc>
                <a:spcPct val="90000"/>
              </a:lnSpc>
              <a:spcBef>
                <a:spcPts val="0"/>
              </a:spcBef>
              <a:spcAft>
                <a:spcPts val="0"/>
              </a:spcAft>
              <a:buClr>
                <a:srgbClr val="000000"/>
              </a:buClr>
              <a:buSzPts val="2214"/>
              <a:buFont typeface="Arial"/>
              <a:buChar char="•"/>
            </a:pPr>
            <a:r>
              <a:rPr lang="en-US" sz="1800"/>
              <a:t>In summary, JavaScript is a highly versatile and in-demand programming language that plays a crucial role in modern web development. Its ease of learning, coupled with strong community support, makes it accessible to beginners while offering powerful capabilities for experienced developers. Mastery of JavaScript opens up diverse career opportunities, from web development to mobile app creation, server-side programming, and beyond.</a:t>
            </a:r>
            <a:endParaRPr/>
          </a:p>
          <a:p>
            <a:pPr indent="-145161" lvl="0" marL="285750" rtl="0" algn="just">
              <a:lnSpc>
                <a:spcPct val="90000"/>
              </a:lnSpc>
              <a:spcBef>
                <a:spcPts val="2250"/>
              </a:spcBef>
              <a:spcAft>
                <a:spcPts val="0"/>
              </a:spcAft>
              <a:buClr>
                <a:srgbClr val="000000"/>
              </a:buClr>
              <a:buSzPts val="2214"/>
              <a:buFont typeface="Arial"/>
              <a:buNone/>
            </a:pPr>
            <a:r>
              <a:t/>
            </a:r>
            <a:endParaRPr b="1" sz="1800"/>
          </a:p>
          <a:p>
            <a:pPr indent="-285750" lvl="0" marL="285750" rtl="0" algn="just">
              <a:lnSpc>
                <a:spcPct val="90000"/>
              </a:lnSpc>
              <a:spcBef>
                <a:spcPts val="2250"/>
              </a:spcBef>
              <a:spcAft>
                <a:spcPts val="0"/>
              </a:spcAft>
              <a:buClr>
                <a:srgbClr val="000000"/>
              </a:buClr>
              <a:buSzPts val="2214"/>
              <a:buFont typeface="Arial"/>
              <a:buChar char="•"/>
            </a:pPr>
            <a:r>
              <a:rPr lang="en-US" sz="1800"/>
              <a:t>When integrating JavaScript into HTML, there are three primary methods to consider: embedding code directly within &lt;script&gt; tags, using inline code within HTML elements for simple event handling, and linking external JavaScript files for larger and reusable code. Each method has its specific use cases and benefits, contributing to a more efficient and maintainable development process.</a:t>
            </a:r>
            <a:endParaRPr/>
          </a:p>
          <a:p>
            <a:pPr indent="-145161" lvl="0" marL="285750" rtl="0" algn="just">
              <a:lnSpc>
                <a:spcPct val="90000"/>
              </a:lnSpc>
              <a:spcBef>
                <a:spcPts val="2250"/>
              </a:spcBef>
              <a:spcAft>
                <a:spcPts val="0"/>
              </a:spcAft>
              <a:buClr>
                <a:srgbClr val="000000"/>
              </a:buClr>
              <a:buSzPts val="2214"/>
              <a:buFont typeface="Arial"/>
              <a:buNone/>
            </a:pPr>
            <a:r>
              <a:t/>
            </a:r>
            <a:endParaRPr b="1" sz="1800"/>
          </a:p>
          <a:p>
            <a:pPr indent="-285750" lvl="0" marL="285750" rtl="0" algn="just">
              <a:lnSpc>
                <a:spcPct val="90000"/>
              </a:lnSpc>
              <a:spcBef>
                <a:spcPts val="2250"/>
              </a:spcBef>
              <a:spcAft>
                <a:spcPts val="0"/>
              </a:spcAft>
              <a:buClr>
                <a:srgbClr val="000000"/>
              </a:buClr>
              <a:buSzPts val="2214"/>
              <a:buFont typeface="Arial"/>
              <a:buChar char="•"/>
            </a:pPr>
            <a:r>
              <a:rPr lang="en-US" sz="1800"/>
              <a:t>Overall, learning JavaScript is an investment in your development career, providing a solid foundation for further exploration and specialization in various technological fields. </a:t>
            </a:r>
            <a:r>
              <a:rPr b="1" lang="en-US" sz="1800"/>
              <a:t>	</a:t>
            </a:r>
            <a:endParaRPr sz="1600"/>
          </a:p>
        </p:txBody>
      </p:sp>
      <p:pic>
        <p:nvPicPr>
          <p:cNvPr descr="10000Coders logo.jpeg" id="134" name="Google Shape;134;p8"/>
          <p:cNvPicPr preferRelativeResize="0"/>
          <p:nvPr/>
        </p:nvPicPr>
        <p:blipFill rotWithShape="1">
          <a:blip r:embed="rId3">
            <a:alphaModFix/>
          </a:blip>
          <a:srcRect b="0" l="0" r="0" t="0"/>
          <a:stretch/>
        </p:blipFill>
        <p:spPr>
          <a:xfrm>
            <a:off x="10668000" y="0"/>
            <a:ext cx="1071716" cy="10422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2024-06-14T09:41:28Z</dcterms:created>
  <dc:creator>Hemanth Billa</dc:creator>
</cp:coreProperties>
</file>